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Lst>
  <p:notesMasterIdLst>
    <p:notesMasterId r:id="rId3"/>
  </p:notesMasterIdLst>
  <p:sldIdLst>
    <p:sldId id="258" r:id="rId2"/>
  </p:sldIdLst>
  <p:sldSz cx="43891200" cy="21031200"/>
  <p:notesSz cx="7004050" cy="9290050"/>
  <p:embeddedFontLst>
    <p:embeddedFont>
      <p:font typeface="Cambria Math" panose="02040503050406030204" pitchFamily="18" charset="0"/>
      <p:regular r:id="rId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624">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01" autoAdjust="0"/>
    <p:restoredTop sz="94660"/>
  </p:normalViewPr>
  <p:slideViewPr>
    <p:cSldViewPr snapToGrid="0">
      <p:cViewPr>
        <p:scale>
          <a:sx n="40" d="100"/>
          <a:sy n="40" d="100"/>
        </p:scale>
        <p:origin x="1968" y="48"/>
      </p:cViewPr>
      <p:guideLst>
        <p:guide orient="horz" pos="6624"/>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67575" y="696750"/>
            <a:ext cx="4669600" cy="3483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0400" y="4412750"/>
            <a:ext cx="5603225" cy="41805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D05FF222-672B-899A-D752-07BD33E233B8}"/>
            </a:ext>
          </a:extLst>
        </p:cNvPr>
        <p:cNvGrpSpPr/>
        <p:nvPr/>
      </p:nvGrpSpPr>
      <p:grpSpPr>
        <a:xfrm>
          <a:off x="0" y="0"/>
          <a:ext cx="0" cy="0"/>
          <a:chOff x="0" y="0"/>
          <a:chExt cx="0" cy="0"/>
        </a:xfrm>
      </p:grpSpPr>
      <p:sp>
        <p:nvSpPr>
          <p:cNvPr id="162" name="Google Shape;162;p1:notes">
            <a:extLst>
              <a:ext uri="{FF2B5EF4-FFF2-40B4-BE49-F238E27FC236}">
                <a16:creationId xmlns:a16="http://schemas.microsoft.com/office/drawing/2014/main" id="{92E95030-7C5E-6D1E-8E78-01D3291904EA}"/>
              </a:ext>
            </a:extLst>
          </p:cNvPr>
          <p:cNvSpPr txBox="1">
            <a:spLocks noGrp="1"/>
          </p:cNvSpPr>
          <p:nvPr>
            <p:ph type="body" idx="1"/>
          </p:nvPr>
        </p:nvSpPr>
        <p:spPr>
          <a:xfrm>
            <a:off x="700400" y="4412750"/>
            <a:ext cx="5603225" cy="418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3" name="Google Shape;163;p1:notes">
            <a:extLst>
              <a:ext uri="{FF2B5EF4-FFF2-40B4-BE49-F238E27FC236}">
                <a16:creationId xmlns:a16="http://schemas.microsoft.com/office/drawing/2014/main" id="{FF22EBF7-CD96-1B61-8B50-613BE30F0E64}"/>
              </a:ext>
            </a:extLst>
          </p:cNvPr>
          <p:cNvSpPr>
            <a:spLocks noGrp="1" noRot="1" noChangeAspect="1"/>
          </p:cNvSpPr>
          <p:nvPr>
            <p:ph type="sldImg" idx="2"/>
          </p:nvPr>
        </p:nvSpPr>
        <p:spPr>
          <a:xfrm>
            <a:off x="-131763" y="696913"/>
            <a:ext cx="7267576" cy="3482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8386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reserve="1">
  <p:cSld name="Poster 2">
    <p:bg>
      <p:bgPr>
        <a:solidFill>
          <a:schemeClr val="bg1"/>
        </a:solidFill>
        <a:effectLst/>
      </p:bgPr>
    </p:bg>
    <p:spTree>
      <p:nvGrpSpPr>
        <p:cNvPr id="1" name="Shape 12"/>
        <p:cNvGrpSpPr/>
        <p:nvPr/>
      </p:nvGrpSpPr>
      <p:grpSpPr>
        <a:xfrm>
          <a:off x="0" y="0"/>
          <a:ext cx="0" cy="0"/>
          <a:chOff x="0" y="0"/>
          <a:chExt cx="0" cy="0"/>
        </a:xfrm>
      </p:grpSpPr>
      <p:sp>
        <p:nvSpPr>
          <p:cNvPr id="16" name="Google Shape;16;p2"/>
          <p:cNvSpPr/>
          <p:nvPr/>
        </p:nvSpPr>
        <p:spPr>
          <a:xfrm>
            <a:off x="0" y="18402300"/>
            <a:ext cx="43891200" cy="2628900"/>
          </a:xfrm>
          <a:prstGeom prst="rect">
            <a:avLst/>
          </a:prstGeom>
          <a:solidFill>
            <a:schemeClr val="accent1">
              <a:lumMod val="20000"/>
              <a:lumOff val="80000"/>
            </a:schemeClr>
          </a:solidFill>
          <a:ln>
            <a:noFill/>
          </a:ln>
        </p:spPr>
        <p:txBody>
          <a:bodyPr spcFirstLastPara="1" wrap="square" lIns="56300" tIns="28150" rIns="56300" bIns="28150" anchor="ctr" anchorCtr="0">
            <a:noAutofit/>
          </a:bodyPr>
          <a:lstStyle/>
          <a:p>
            <a:pPr marL="0" marR="0" lvl="0" indent="0" algn="ctr" rtl="0">
              <a:spcBef>
                <a:spcPts val="0"/>
              </a:spcBef>
              <a:spcAft>
                <a:spcPts val="0"/>
              </a:spcAft>
              <a:buNone/>
            </a:pPr>
            <a:endParaRPr sz="1725" b="0" i="0" u="none" strike="noStrike" cap="none">
              <a:solidFill>
                <a:schemeClr val="lt1"/>
              </a:solidFill>
              <a:latin typeface="Twentieth Century"/>
              <a:ea typeface="Twentieth Century"/>
              <a:cs typeface="Twentieth Century"/>
              <a:sym typeface="Twentieth Century"/>
            </a:endParaRPr>
          </a:p>
        </p:txBody>
      </p:sp>
      <p:sp>
        <p:nvSpPr>
          <p:cNvPr id="17" name="Google Shape;17;p2"/>
          <p:cNvSpPr/>
          <p:nvPr/>
        </p:nvSpPr>
        <p:spPr>
          <a:xfrm>
            <a:off x="-7498080" y="0"/>
            <a:ext cx="6949440" cy="21031200"/>
          </a:xfrm>
          <a:prstGeom prst="rect">
            <a:avLst/>
          </a:prstGeom>
          <a:solidFill>
            <a:srgbClr val="D8D8D8"/>
          </a:solidFill>
          <a:ln>
            <a:noFill/>
          </a:ln>
        </p:spPr>
        <p:txBody>
          <a:bodyPr spcFirstLastPara="1" wrap="square" lIns="140750" tIns="140750" rIns="140750" bIns="140750" anchor="t" anchorCtr="0">
            <a:noAutofit/>
          </a:bodyPr>
          <a:lstStyle/>
          <a:p>
            <a:pPr marL="0" marR="0" lvl="0" indent="0" algn="l" rtl="0">
              <a:spcBef>
                <a:spcPts val="0"/>
              </a:spcBef>
              <a:spcAft>
                <a:spcPts val="0"/>
              </a:spcAft>
              <a:buNone/>
            </a:pPr>
            <a:r>
              <a:rPr lang="en-US" sz="5175" b="0" i="0" u="none" strike="noStrike" cap="none">
                <a:solidFill>
                  <a:srgbClr val="7F7F7F"/>
                </a:solidFill>
                <a:latin typeface="Calibri"/>
                <a:ea typeface="Calibri"/>
                <a:cs typeface="Calibri"/>
                <a:sym typeface="Calibri"/>
              </a:rPr>
              <a:t>Poster Print Size:</a:t>
            </a:r>
            <a:endParaRPr sz="5175"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r>
              <a:rPr lang="en-US" sz="3067" b="0" i="0" u="none" strike="noStrike" cap="none">
                <a:solidFill>
                  <a:srgbClr val="7F7F7F"/>
                </a:solidFill>
                <a:latin typeface="Twentieth Century"/>
                <a:ea typeface="Twentieth Century"/>
                <a:cs typeface="Twentieth Century"/>
                <a:sym typeface="Twentieth Century"/>
              </a:rPr>
              <a:t>This poster template is 24” high by 48” wide . It can be used to print any poster with a 1:2 aspect ratio including 30x60, 36x72, 42x84, and 48x96. </a:t>
            </a:r>
            <a:endParaRPr/>
          </a:p>
          <a:p>
            <a:pPr marL="0" marR="0" lvl="0" indent="0" algn="l" rtl="0">
              <a:spcBef>
                <a:spcPts val="1480"/>
              </a:spcBef>
              <a:spcAft>
                <a:spcPts val="0"/>
              </a:spcAft>
              <a:buNone/>
            </a:pPr>
            <a:r>
              <a:rPr lang="en-US" sz="5175" b="0" i="0" u="none" strike="noStrike" cap="none">
                <a:solidFill>
                  <a:srgbClr val="7F7F7F"/>
                </a:solidFill>
                <a:latin typeface="Twentieth Century"/>
                <a:ea typeface="Twentieth Century"/>
                <a:cs typeface="Twentieth Century"/>
                <a:sym typeface="Twentieth Century"/>
              </a:rPr>
              <a:t>Placeholders:</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a:p>
          <a:p>
            <a:pPr marL="0" marR="0" lvl="0" indent="0" algn="l" rtl="0">
              <a:spcBef>
                <a:spcPts val="1480"/>
              </a:spcBef>
              <a:spcAft>
                <a:spcPts val="0"/>
              </a:spcAft>
              <a:buNone/>
            </a:pPr>
            <a:r>
              <a:rPr lang="en-US" sz="5175" b="0" i="0" u="none" strike="noStrike" cap="none">
                <a:solidFill>
                  <a:srgbClr val="7F7F7F"/>
                </a:solidFill>
                <a:latin typeface="Calibri"/>
                <a:ea typeface="Calibri"/>
                <a:cs typeface="Calibri"/>
                <a:sym typeface="Calibri"/>
              </a:rPr>
              <a:t>Image Quality:</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You can place digital photos or logo art in your poster file by selecting the </a:t>
            </a:r>
            <a:r>
              <a:rPr lang="en-US" sz="3067" b="1" i="0" u="none" strike="noStrike" cap="none">
                <a:solidFill>
                  <a:srgbClr val="7F7F7F"/>
                </a:solidFill>
                <a:latin typeface="Calibri"/>
                <a:ea typeface="Calibri"/>
                <a:cs typeface="Calibri"/>
                <a:sym typeface="Calibri"/>
              </a:rPr>
              <a:t>Insert, Picture</a:t>
            </a:r>
            <a:r>
              <a:rPr lang="en-US" sz="3067" b="0" i="0" u="none" strike="noStrike" cap="none">
                <a:solidFill>
                  <a:srgbClr val="7F7F7F"/>
                </a:solidFill>
                <a:latin typeface="Calibri"/>
                <a:ea typeface="Calibri"/>
                <a:cs typeface="Calibri"/>
                <a:sym typeface="Calibri"/>
              </a:rPr>
              <a:t> command, or by using standard copy &amp; paste. For best results, all graphic elements should be at least </a:t>
            </a:r>
            <a:r>
              <a:rPr lang="en-US" sz="3067" b="1" i="0" u="none" strike="noStrike" cap="none">
                <a:solidFill>
                  <a:srgbClr val="7F7F7F"/>
                </a:solidFill>
                <a:latin typeface="Calibri"/>
                <a:ea typeface="Calibri"/>
                <a:cs typeface="Calibri"/>
                <a:sym typeface="Calibri"/>
              </a:rPr>
              <a:t>150-200 pixels per inch in their final printed size</a:t>
            </a:r>
            <a:r>
              <a:rPr lang="en-US" sz="3067" b="0" i="0" u="none" strike="noStrike" cap="none">
                <a:solidFill>
                  <a:srgbClr val="7F7F7F"/>
                </a:solidFill>
                <a:latin typeface="Calibri"/>
                <a:ea typeface="Calibri"/>
                <a:cs typeface="Calibri"/>
                <a:sym typeface="Calibri"/>
              </a:rPr>
              <a:t>. For instance, a 1600 x 1200 pixel photo will usually look fine up to 8“-10” wide on your printed poster.</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a:p>
          <a:p>
            <a:pPr marL="0" marR="0" lvl="0" indent="0" algn="ctr" rtl="0">
              <a:spcBef>
                <a:spcPts val="1480"/>
              </a:spcBef>
              <a:spcAft>
                <a:spcPts val="0"/>
              </a:spcAft>
              <a:buNone/>
            </a:pPr>
            <a:br>
              <a:rPr lang="en-US" sz="2683" b="0" i="0" u="none" strike="noStrike" cap="none">
                <a:solidFill>
                  <a:srgbClr val="7F7F7F"/>
                </a:solidFill>
                <a:latin typeface="Calibri"/>
                <a:ea typeface="Calibri"/>
                <a:cs typeface="Calibri"/>
                <a:sym typeface="Calibri"/>
              </a:rPr>
            </a:br>
            <a:r>
              <a:rPr lang="en-US" sz="2683" b="0" i="0" u="none" strike="noStrike" cap="none">
                <a:solidFill>
                  <a:srgbClr val="7F7F7F"/>
                </a:solidFill>
                <a:latin typeface="Calibri"/>
                <a:ea typeface="Calibri"/>
                <a:cs typeface="Calibri"/>
                <a:sym typeface="Calibri"/>
              </a:rPr>
              <a:t>[This sidebar area does not print.]</a:t>
            </a:r>
            <a:endParaRPr/>
          </a:p>
        </p:txBody>
      </p:sp>
      <p:grpSp>
        <p:nvGrpSpPr>
          <p:cNvPr id="18" name="Google Shape;18;p2"/>
          <p:cNvGrpSpPr/>
          <p:nvPr/>
        </p:nvGrpSpPr>
        <p:grpSpPr>
          <a:xfrm>
            <a:off x="44439840" y="0"/>
            <a:ext cx="6949440" cy="21031200"/>
            <a:chOff x="33832800" y="0"/>
            <a:chExt cx="12801600" cy="43891200"/>
          </a:xfrm>
        </p:grpSpPr>
        <p:sp>
          <p:nvSpPr>
            <p:cNvPr id="19" name="Google Shape;19;p2"/>
            <p:cNvSpPr/>
            <p:nvPr/>
          </p:nvSpPr>
          <p:spPr>
            <a:xfrm>
              <a:off x="33832800" y="0"/>
              <a:ext cx="12801600" cy="43891200"/>
            </a:xfrm>
            <a:prstGeom prst="rect">
              <a:avLst/>
            </a:prstGeom>
            <a:solidFill>
              <a:srgbClr val="D8D8D8"/>
            </a:solidFill>
            <a:ln>
              <a:noFill/>
            </a:ln>
          </p:spPr>
          <p:txBody>
            <a:bodyPr spcFirstLastPara="1" wrap="square" lIns="228600" tIns="228600" rIns="228600" bIns="228600" anchor="t" anchorCtr="0">
              <a:noAutofit/>
            </a:bodyPr>
            <a:lstStyle/>
            <a:p>
              <a:pPr marL="0" marR="0" lvl="0" indent="0" algn="l" rtl="0">
                <a:spcBef>
                  <a:spcPts val="0"/>
                </a:spcBef>
                <a:spcAft>
                  <a:spcPts val="0"/>
                </a:spcAft>
                <a:buNone/>
              </a:pPr>
              <a:r>
                <a:rPr lang="en-US" sz="5175" b="0" i="0" u="none" strike="noStrike" cap="none">
                  <a:solidFill>
                    <a:srgbClr val="7F7F7F"/>
                  </a:solidFill>
                  <a:latin typeface="Calibri"/>
                  <a:ea typeface="Calibri"/>
                  <a:cs typeface="Calibri"/>
                  <a:sym typeface="Calibri"/>
                </a:rPr>
                <a:t>Change Color Theme:</a:t>
              </a:r>
              <a:endParaRPr sz="5175"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This template is designed to use the built-in color themes in the newer versions of PowerPoint.</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To change the color theme, select the </a:t>
              </a:r>
              <a:r>
                <a:rPr lang="en-US" sz="3067" b="1" i="0" u="none" strike="noStrike" cap="none">
                  <a:solidFill>
                    <a:srgbClr val="7F7F7F"/>
                  </a:solidFill>
                  <a:latin typeface="Calibri"/>
                  <a:ea typeface="Calibri"/>
                  <a:cs typeface="Calibri"/>
                  <a:sym typeface="Calibri"/>
                </a:rPr>
                <a:t>Design</a:t>
              </a:r>
              <a:r>
                <a:rPr lang="en-US" sz="3067" b="0" i="0" u="none" strike="noStrike" cap="none">
                  <a:solidFill>
                    <a:srgbClr val="7F7F7F"/>
                  </a:solidFill>
                  <a:latin typeface="Calibri"/>
                  <a:ea typeface="Calibri"/>
                  <a:cs typeface="Calibri"/>
                  <a:sym typeface="Calibri"/>
                </a:rPr>
                <a:t> tab, then select the </a:t>
              </a:r>
              <a:r>
                <a:rPr lang="en-US" sz="3067" b="1" i="0" u="none" strike="noStrike" cap="none">
                  <a:solidFill>
                    <a:srgbClr val="7F7F7F"/>
                  </a:solidFill>
                  <a:latin typeface="Calibri"/>
                  <a:ea typeface="Calibri"/>
                  <a:cs typeface="Calibri"/>
                  <a:sym typeface="Calibri"/>
                </a:rPr>
                <a:t>Colors</a:t>
              </a:r>
              <a:r>
                <a:rPr lang="en-US" sz="3067" b="0" i="0" u="none" strike="noStrike" cap="none">
                  <a:solidFill>
                    <a:srgbClr val="7F7F7F"/>
                  </a:solidFill>
                  <a:latin typeface="Calibri"/>
                  <a:ea typeface="Calibri"/>
                  <a:cs typeface="Calibri"/>
                  <a:sym typeface="Calibri"/>
                </a:rPr>
                <a:t> drop-down list.</a:t>
              </a:r>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The default color theme for this template is “Office”, so you can always return to that after trying some of the alternatives.</a:t>
              </a:r>
              <a:endParaRPr/>
            </a:p>
            <a:p>
              <a:pPr marL="0" marR="0" lvl="0" indent="0" algn="l" rtl="0">
                <a:spcBef>
                  <a:spcPts val="1480"/>
                </a:spcBef>
                <a:spcAft>
                  <a:spcPts val="0"/>
                </a:spcAft>
                <a:buNone/>
              </a:pPr>
              <a:r>
                <a:rPr lang="en-US" sz="5175" b="0" i="0" u="none" strike="noStrike" cap="none">
                  <a:solidFill>
                    <a:srgbClr val="7F7F7F"/>
                  </a:solidFill>
                  <a:latin typeface="Calibri"/>
                  <a:ea typeface="Calibri"/>
                  <a:cs typeface="Calibri"/>
                  <a:sym typeface="Calibri"/>
                </a:rPr>
                <a:t>Printing Your Poster:</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Once your poster file is ready, visit </a:t>
              </a:r>
              <a:r>
                <a:rPr lang="en-US" sz="3067" b="1" i="0" u="none" strike="noStrike" cap="none">
                  <a:solidFill>
                    <a:srgbClr val="7F7F7F"/>
                  </a:solidFill>
                  <a:latin typeface="Calibri"/>
                  <a:ea typeface="Calibri"/>
                  <a:cs typeface="Calibri"/>
                  <a:sym typeface="Calibri"/>
                </a:rPr>
                <a:t>www.genigraphics.com</a:t>
              </a:r>
              <a:r>
                <a:rPr lang="en-US" sz="3067" b="0" i="0" u="none" strike="noStrike" cap="non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ctr" rtl="0">
                <a:spcBef>
                  <a:spcPts val="0"/>
                </a:spcBef>
                <a:spcAft>
                  <a:spcPts val="0"/>
                </a:spcAft>
                <a:buNone/>
              </a:pPr>
              <a:r>
                <a:rPr lang="en-US" sz="3067" b="0" i="0" u="none" strike="noStrike" cap="none">
                  <a:solidFill>
                    <a:srgbClr val="7F7F7F"/>
                  </a:solidFill>
                  <a:latin typeface="Calibri"/>
                  <a:ea typeface="Calibri"/>
                  <a:cs typeface="Calibri"/>
                  <a:sym typeface="Calibri"/>
                </a:rPr>
                <a:t>US and Canada:  1-800-790-4001</a:t>
              </a:r>
              <a:br>
                <a:rPr lang="en-US" sz="3067" b="0" i="0" u="none" strike="noStrike" cap="none">
                  <a:solidFill>
                    <a:srgbClr val="7F7F7F"/>
                  </a:solidFill>
                  <a:latin typeface="Calibri"/>
                  <a:ea typeface="Calibri"/>
                  <a:cs typeface="Calibri"/>
                  <a:sym typeface="Calibri"/>
                </a:rPr>
              </a:br>
              <a:r>
                <a:rPr lang="en-US" sz="3067" b="0" i="0" u="none" strike="noStrike" cap="none">
                  <a:solidFill>
                    <a:srgbClr val="7F7F7F"/>
                  </a:solidFill>
                  <a:latin typeface="Calibri"/>
                  <a:ea typeface="Calibri"/>
                  <a:cs typeface="Calibri"/>
                  <a:sym typeface="Calibri"/>
                </a:rPr>
                <a:t>Email: info@genigraphics.com</a:t>
              </a:r>
              <a:endParaRPr/>
            </a:p>
            <a:p>
              <a:pPr marL="0" marR="0" lvl="0" indent="0" algn="ctr" rtl="0">
                <a:spcBef>
                  <a:spcPts val="0"/>
                </a:spcBef>
                <a:spcAft>
                  <a:spcPts val="0"/>
                </a:spcAft>
                <a:buNone/>
              </a:pPr>
              <a:br>
                <a:rPr lang="en-US" sz="2683" b="0" i="0" u="none" strike="noStrike" cap="none">
                  <a:solidFill>
                    <a:srgbClr val="7F7F7F"/>
                  </a:solidFill>
                  <a:latin typeface="Calibri"/>
                  <a:ea typeface="Calibri"/>
                  <a:cs typeface="Calibri"/>
                  <a:sym typeface="Calibri"/>
                </a:rPr>
              </a:br>
              <a:r>
                <a:rPr lang="en-US" sz="2683" b="0" i="0" u="none" strike="noStrike" cap="none">
                  <a:solidFill>
                    <a:srgbClr val="7F7F7F"/>
                  </a:solidFill>
                  <a:latin typeface="Calibri"/>
                  <a:ea typeface="Calibri"/>
                  <a:cs typeface="Calibri"/>
                  <a:sym typeface="Calibri"/>
                </a:rPr>
                <a:t>[This sidebar area does not print.]</a:t>
              </a:r>
              <a:endParaRPr/>
            </a:p>
          </p:txBody>
        </p:sp>
        <p:pic>
          <p:nvPicPr>
            <p:cNvPr id="20" name="Google Shape;20;p2"/>
            <p:cNvPicPr preferRelativeResize="0"/>
            <p:nvPr/>
          </p:nvPicPr>
          <p:blipFill rotWithShape="1">
            <a:blip r:embed="rId2">
              <a:alphaModFix/>
            </a:blip>
            <a:srcRect/>
            <a:stretch/>
          </p:blipFill>
          <p:spPr>
            <a:xfrm>
              <a:off x="34281342" y="9107874"/>
              <a:ext cx="11904515" cy="10246926"/>
            </a:xfrm>
            <a:prstGeom prst="rect">
              <a:avLst/>
            </a:prstGeom>
            <a:noFill/>
            <a:ln>
              <a:noFill/>
            </a:ln>
          </p:spPr>
        </p:pic>
      </p:grpSp>
      <p:pic>
        <p:nvPicPr>
          <p:cNvPr id="21" name="Google Shape;21;p2"/>
          <p:cNvPicPr preferRelativeResize="0"/>
          <p:nvPr/>
        </p:nvPicPr>
        <p:blipFill rotWithShape="1">
          <a:blip r:embed="rId3">
            <a:alphaModFix/>
          </a:blip>
          <a:srcRect/>
          <a:stretch/>
        </p:blipFill>
        <p:spPr>
          <a:xfrm>
            <a:off x="38481001" y="20779994"/>
            <a:ext cx="5297435" cy="178181"/>
          </a:xfrm>
          <a:prstGeom prst="rect">
            <a:avLst/>
          </a:prstGeom>
          <a:noFill/>
          <a:ln>
            <a:noFill/>
          </a:ln>
        </p:spPr>
      </p:pic>
    </p:spTree>
    <p:extLst>
      <p:ext uri="{BB962C8B-B14F-4D97-AF65-F5344CB8AC3E}">
        <p14:creationId xmlns:p14="http://schemas.microsoft.com/office/powerpoint/2010/main" val="2232262687"/>
      </p:ext>
    </p:extLst>
  </p:cSld>
  <p:clrMapOvr>
    <a:masterClrMapping/>
  </p:clrMapOvr>
  <p:extLst>
    <p:ext uri="{DCECCB84-F9BA-43D5-87BE-67443E8EF086}">
      <p15:sldGuideLst xmlns:p15="http://schemas.microsoft.com/office/powerpoint/2012/main">
        <p15:guide id="1" orient="horz" pos="6624" userDrawn="1">
          <p15:clr>
            <a:srgbClr val="FBAE40"/>
          </p15:clr>
        </p15:guide>
        <p15:guide id="2" pos="13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reserve="1">
  <p:cSld name="2_Title Slide">
    <p:bg>
      <p:bgPr>
        <a:solidFill>
          <a:schemeClr val="bg1"/>
        </a:solidFill>
        <a:effectLst/>
      </p:bgPr>
    </p:bg>
    <p:spTree>
      <p:nvGrpSpPr>
        <p:cNvPr id="1" name="Shape 12"/>
        <p:cNvGrpSpPr/>
        <p:nvPr/>
      </p:nvGrpSpPr>
      <p:grpSpPr>
        <a:xfrm>
          <a:off x="0" y="0"/>
          <a:ext cx="0" cy="0"/>
          <a:chOff x="0" y="0"/>
          <a:chExt cx="0" cy="0"/>
        </a:xfrm>
      </p:grpSpPr>
      <p:sp>
        <p:nvSpPr>
          <p:cNvPr id="16" name="Google Shape;16;p2"/>
          <p:cNvSpPr/>
          <p:nvPr/>
        </p:nvSpPr>
        <p:spPr>
          <a:xfrm>
            <a:off x="0" y="19888200"/>
            <a:ext cx="43891200" cy="1143000"/>
          </a:xfrm>
          <a:prstGeom prst="rect">
            <a:avLst/>
          </a:prstGeom>
          <a:solidFill>
            <a:schemeClr val="accent1">
              <a:lumMod val="20000"/>
              <a:lumOff val="80000"/>
            </a:schemeClr>
          </a:solidFill>
          <a:ln>
            <a:noFill/>
          </a:ln>
        </p:spPr>
        <p:txBody>
          <a:bodyPr spcFirstLastPara="1" wrap="square" lIns="56300" tIns="28150" rIns="56300" bIns="28150" anchor="ctr" anchorCtr="0">
            <a:noAutofit/>
          </a:bodyPr>
          <a:lstStyle/>
          <a:p>
            <a:pPr marL="0" marR="0" lvl="0" indent="0" algn="ctr" rtl="0">
              <a:spcBef>
                <a:spcPts val="0"/>
              </a:spcBef>
              <a:spcAft>
                <a:spcPts val="0"/>
              </a:spcAft>
              <a:buNone/>
            </a:pPr>
            <a:endParaRPr sz="1725" b="0" i="0" u="none" strike="noStrike" cap="none">
              <a:solidFill>
                <a:schemeClr val="lt1"/>
              </a:solidFill>
              <a:latin typeface="Twentieth Century"/>
              <a:ea typeface="Twentieth Century"/>
              <a:cs typeface="Twentieth Century"/>
              <a:sym typeface="Twentieth Century"/>
            </a:endParaRPr>
          </a:p>
        </p:txBody>
      </p:sp>
      <p:sp>
        <p:nvSpPr>
          <p:cNvPr id="17" name="Google Shape;17;p2"/>
          <p:cNvSpPr/>
          <p:nvPr/>
        </p:nvSpPr>
        <p:spPr>
          <a:xfrm>
            <a:off x="-7498080" y="0"/>
            <a:ext cx="6949440" cy="21031200"/>
          </a:xfrm>
          <a:prstGeom prst="rect">
            <a:avLst/>
          </a:prstGeom>
          <a:solidFill>
            <a:srgbClr val="D8D8D8"/>
          </a:solidFill>
          <a:ln>
            <a:noFill/>
          </a:ln>
        </p:spPr>
        <p:txBody>
          <a:bodyPr spcFirstLastPara="1" wrap="square" lIns="140750" tIns="140750" rIns="140750" bIns="140750" anchor="t" anchorCtr="0">
            <a:noAutofit/>
          </a:bodyPr>
          <a:lstStyle/>
          <a:p>
            <a:pPr marL="0" marR="0" lvl="0" indent="0" algn="l" rtl="0">
              <a:spcBef>
                <a:spcPts val="0"/>
              </a:spcBef>
              <a:spcAft>
                <a:spcPts val="0"/>
              </a:spcAft>
              <a:buNone/>
            </a:pPr>
            <a:r>
              <a:rPr lang="en-US" sz="5175" b="0" i="0" u="none" strike="noStrike" cap="none">
                <a:solidFill>
                  <a:srgbClr val="7F7F7F"/>
                </a:solidFill>
                <a:latin typeface="Calibri"/>
                <a:ea typeface="Calibri"/>
                <a:cs typeface="Calibri"/>
                <a:sym typeface="Calibri"/>
              </a:rPr>
              <a:t>Poster Print Size:</a:t>
            </a:r>
            <a:endParaRPr sz="5175"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r>
              <a:rPr lang="en-US" sz="3067" b="0" i="0" u="none" strike="noStrike" cap="none">
                <a:solidFill>
                  <a:srgbClr val="7F7F7F"/>
                </a:solidFill>
                <a:latin typeface="Twentieth Century"/>
                <a:ea typeface="Twentieth Century"/>
                <a:cs typeface="Twentieth Century"/>
                <a:sym typeface="Twentieth Century"/>
              </a:rPr>
              <a:t>This poster template is 24” high by 48” wide . It can be used to print any poster with a 1:2 aspect ratio including 30x60, 36x72, 42x84, and 48x96. </a:t>
            </a:r>
            <a:endParaRPr/>
          </a:p>
          <a:p>
            <a:pPr marL="0" marR="0" lvl="0" indent="0" algn="l" rtl="0">
              <a:spcBef>
                <a:spcPts val="1480"/>
              </a:spcBef>
              <a:spcAft>
                <a:spcPts val="0"/>
              </a:spcAft>
              <a:buNone/>
            </a:pPr>
            <a:r>
              <a:rPr lang="en-US" sz="5175" b="0" i="0" u="none" strike="noStrike" cap="none">
                <a:solidFill>
                  <a:srgbClr val="7F7F7F"/>
                </a:solidFill>
                <a:latin typeface="Twentieth Century"/>
                <a:ea typeface="Twentieth Century"/>
                <a:cs typeface="Twentieth Century"/>
                <a:sym typeface="Twentieth Century"/>
              </a:rPr>
              <a:t>Placeholders:</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a:p>
          <a:p>
            <a:pPr marL="0" marR="0" lvl="0" indent="0" algn="l" rtl="0">
              <a:spcBef>
                <a:spcPts val="1480"/>
              </a:spcBef>
              <a:spcAft>
                <a:spcPts val="0"/>
              </a:spcAft>
              <a:buNone/>
            </a:pPr>
            <a:r>
              <a:rPr lang="en-US" sz="5175" b="0" i="0" u="none" strike="noStrike" cap="none">
                <a:solidFill>
                  <a:srgbClr val="7F7F7F"/>
                </a:solidFill>
                <a:latin typeface="Calibri"/>
                <a:ea typeface="Calibri"/>
                <a:cs typeface="Calibri"/>
                <a:sym typeface="Calibri"/>
              </a:rPr>
              <a:t>Image Quality:</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You can place digital photos or logo art in your poster file by selecting the </a:t>
            </a:r>
            <a:r>
              <a:rPr lang="en-US" sz="3067" b="1" i="0" u="none" strike="noStrike" cap="none">
                <a:solidFill>
                  <a:srgbClr val="7F7F7F"/>
                </a:solidFill>
                <a:latin typeface="Calibri"/>
                <a:ea typeface="Calibri"/>
                <a:cs typeface="Calibri"/>
                <a:sym typeface="Calibri"/>
              </a:rPr>
              <a:t>Insert, Picture</a:t>
            </a:r>
            <a:r>
              <a:rPr lang="en-US" sz="3067" b="0" i="0" u="none" strike="noStrike" cap="none">
                <a:solidFill>
                  <a:srgbClr val="7F7F7F"/>
                </a:solidFill>
                <a:latin typeface="Calibri"/>
                <a:ea typeface="Calibri"/>
                <a:cs typeface="Calibri"/>
                <a:sym typeface="Calibri"/>
              </a:rPr>
              <a:t> command, or by using standard copy &amp; paste. For best results, all graphic elements should be at least </a:t>
            </a:r>
            <a:r>
              <a:rPr lang="en-US" sz="3067" b="1" i="0" u="none" strike="noStrike" cap="none">
                <a:solidFill>
                  <a:srgbClr val="7F7F7F"/>
                </a:solidFill>
                <a:latin typeface="Calibri"/>
                <a:ea typeface="Calibri"/>
                <a:cs typeface="Calibri"/>
                <a:sym typeface="Calibri"/>
              </a:rPr>
              <a:t>150-200 pixels per inch in their final printed size</a:t>
            </a:r>
            <a:r>
              <a:rPr lang="en-US" sz="3067" b="0" i="0" u="none" strike="noStrike" cap="none">
                <a:solidFill>
                  <a:srgbClr val="7F7F7F"/>
                </a:solidFill>
                <a:latin typeface="Calibri"/>
                <a:ea typeface="Calibri"/>
                <a:cs typeface="Calibri"/>
                <a:sym typeface="Calibri"/>
              </a:rPr>
              <a:t>. For instance, a 1600 x 1200 pixel photo will usually look fine up to 8“-10” wide on your printed poster.</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a:p>
          <a:p>
            <a:pPr marL="0" marR="0" lvl="0" indent="0" algn="ctr" rtl="0">
              <a:spcBef>
                <a:spcPts val="1480"/>
              </a:spcBef>
              <a:spcAft>
                <a:spcPts val="0"/>
              </a:spcAft>
              <a:buNone/>
            </a:pPr>
            <a:br>
              <a:rPr lang="en-US" sz="2683" b="0" i="0" u="none" strike="noStrike" cap="none">
                <a:solidFill>
                  <a:srgbClr val="7F7F7F"/>
                </a:solidFill>
                <a:latin typeface="Calibri"/>
                <a:ea typeface="Calibri"/>
                <a:cs typeface="Calibri"/>
                <a:sym typeface="Calibri"/>
              </a:rPr>
            </a:br>
            <a:r>
              <a:rPr lang="en-US" sz="2683" b="0" i="0" u="none" strike="noStrike" cap="none">
                <a:solidFill>
                  <a:srgbClr val="7F7F7F"/>
                </a:solidFill>
                <a:latin typeface="Calibri"/>
                <a:ea typeface="Calibri"/>
                <a:cs typeface="Calibri"/>
                <a:sym typeface="Calibri"/>
              </a:rPr>
              <a:t>[This sidebar area does not print.]</a:t>
            </a:r>
            <a:endParaRPr/>
          </a:p>
        </p:txBody>
      </p:sp>
      <p:grpSp>
        <p:nvGrpSpPr>
          <p:cNvPr id="18" name="Google Shape;18;p2"/>
          <p:cNvGrpSpPr/>
          <p:nvPr/>
        </p:nvGrpSpPr>
        <p:grpSpPr>
          <a:xfrm>
            <a:off x="44439840" y="0"/>
            <a:ext cx="6949440" cy="21031200"/>
            <a:chOff x="33832800" y="0"/>
            <a:chExt cx="12801600" cy="43891200"/>
          </a:xfrm>
        </p:grpSpPr>
        <p:sp>
          <p:nvSpPr>
            <p:cNvPr id="19" name="Google Shape;19;p2"/>
            <p:cNvSpPr/>
            <p:nvPr/>
          </p:nvSpPr>
          <p:spPr>
            <a:xfrm>
              <a:off x="33832800" y="0"/>
              <a:ext cx="12801600" cy="43891200"/>
            </a:xfrm>
            <a:prstGeom prst="rect">
              <a:avLst/>
            </a:prstGeom>
            <a:solidFill>
              <a:srgbClr val="D8D8D8"/>
            </a:solidFill>
            <a:ln>
              <a:noFill/>
            </a:ln>
          </p:spPr>
          <p:txBody>
            <a:bodyPr spcFirstLastPara="1" wrap="square" lIns="228600" tIns="228600" rIns="228600" bIns="228600" anchor="t" anchorCtr="0">
              <a:noAutofit/>
            </a:bodyPr>
            <a:lstStyle/>
            <a:p>
              <a:pPr marL="0" marR="0" lvl="0" indent="0" algn="l" rtl="0">
                <a:spcBef>
                  <a:spcPts val="0"/>
                </a:spcBef>
                <a:spcAft>
                  <a:spcPts val="0"/>
                </a:spcAft>
                <a:buNone/>
              </a:pPr>
              <a:r>
                <a:rPr lang="en-US" sz="5175" b="0" i="0" u="none" strike="noStrike" cap="none">
                  <a:solidFill>
                    <a:srgbClr val="7F7F7F"/>
                  </a:solidFill>
                  <a:latin typeface="Calibri"/>
                  <a:ea typeface="Calibri"/>
                  <a:cs typeface="Calibri"/>
                  <a:sym typeface="Calibri"/>
                </a:rPr>
                <a:t>Change Color Theme:</a:t>
              </a:r>
              <a:endParaRPr sz="5175"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This template is designed to use the built-in color themes in the newer versions of PowerPoint.</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To change the color theme, select the </a:t>
              </a:r>
              <a:r>
                <a:rPr lang="en-US" sz="3067" b="1" i="0" u="none" strike="noStrike" cap="none">
                  <a:solidFill>
                    <a:srgbClr val="7F7F7F"/>
                  </a:solidFill>
                  <a:latin typeface="Calibri"/>
                  <a:ea typeface="Calibri"/>
                  <a:cs typeface="Calibri"/>
                  <a:sym typeface="Calibri"/>
                </a:rPr>
                <a:t>Design</a:t>
              </a:r>
              <a:r>
                <a:rPr lang="en-US" sz="3067" b="0" i="0" u="none" strike="noStrike" cap="none">
                  <a:solidFill>
                    <a:srgbClr val="7F7F7F"/>
                  </a:solidFill>
                  <a:latin typeface="Calibri"/>
                  <a:ea typeface="Calibri"/>
                  <a:cs typeface="Calibri"/>
                  <a:sym typeface="Calibri"/>
                </a:rPr>
                <a:t> tab, then select the </a:t>
              </a:r>
              <a:r>
                <a:rPr lang="en-US" sz="3067" b="1" i="0" u="none" strike="noStrike" cap="none">
                  <a:solidFill>
                    <a:srgbClr val="7F7F7F"/>
                  </a:solidFill>
                  <a:latin typeface="Calibri"/>
                  <a:ea typeface="Calibri"/>
                  <a:cs typeface="Calibri"/>
                  <a:sym typeface="Calibri"/>
                </a:rPr>
                <a:t>Colors</a:t>
              </a:r>
              <a:r>
                <a:rPr lang="en-US" sz="3067" b="0" i="0" u="none" strike="noStrike" cap="none">
                  <a:solidFill>
                    <a:srgbClr val="7F7F7F"/>
                  </a:solidFill>
                  <a:latin typeface="Calibri"/>
                  <a:ea typeface="Calibri"/>
                  <a:cs typeface="Calibri"/>
                  <a:sym typeface="Calibri"/>
                </a:rPr>
                <a:t> drop-down list.</a:t>
              </a:r>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The default color theme for this template is “Office”, so you can always return to that after trying some of the alternatives.</a:t>
              </a:r>
              <a:endParaRPr/>
            </a:p>
            <a:p>
              <a:pPr marL="0" marR="0" lvl="0" indent="0" algn="l" rtl="0">
                <a:spcBef>
                  <a:spcPts val="1480"/>
                </a:spcBef>
                <a:spcAft>
                  <a:spcPts val="0"/>
                </a:spcAft>
                <a:buNone/>
              </a:pPr>
              <a:r>
                <a:rPr lang="en-US" sz="5175" b="0" i="0" u="none" strike="noStrike" cap="none">
                  <a:solidFill>
                    <a:srgbClr val="7F7F7F"/>
                  </a:solidFill>
                  <a:latin typeface="Calibri"/>
                  <a:ea typeface="Calibri"/>
                  <a:cs typeface="Calibri"/>
                  <a:sym typeface="Calibri"/>
                </a:rPr>
                <a:t>Printing Your Poster:</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Once your poster file is ready, visit </a:t>
              </a:r>
              <a:r>
                <a:rPr lang="en-US" sz="3067" b="1" i="0" u="none" strike="noStrike" cap="none">
                  <a:solidFill>
                    <a:srgbClr val="7F7F7F"/>
                  </a:solidFill>
                  <a:latin typeface="Calibri"/>
                  <a:ea typeface="Calibri"/>
                  <a:cs typeface="Calibri"/>
                  <a:sym typeface="Calibri"/>
                </a:rPr>
                <a:t>www.genigraphics.com</a:t>
              </a:r>
              <a:r>
                <a:rPr lang="en-US" sz="3067" b="0" i="0" u="none" strike="noStrike" cap="non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ctr" rtl="0">
                <a:spcBef>
                  <a:spcPts val="0"/>
                </a:spcBef>
                <a:spcAft>
                  <a:spcPts val="0"/>
                </a:spcAft>
                <a:buNone/>
              </a:pPr>
              <a:r>
                <a:rPr lang="en-US" sz="3067" b="0" i="0" u="none" strike="noStrike" cap="none">
                  <a:solidFill>
                    <a:srgbClr val="7F7F7F"/>
                  </a:solidFill>
                  <a:latin typeface="Calibri"/>
                  <a:ea typeface="Calibri"/>
                  <a:cs typeface="Calibri"/>
                  <a:sym typeface="Calibri"/>
                </a:rPr>
                <a:t>US and Canada:  1-800-790-4001</a:t>
              </a:r>
              <a:br>
                <a:rPr lang="en-US" sz="3067" b="0" i="0" u="none" strike="noStrike" cap="none">
                  <a:solidFill>
                    <a:srgbClr val="7F7F7F"/>
                  </a:solidFill>
                  <a:latin typeface="Calibri"/>
                  <a:ea typeface="Calibri"/>
                  <a:cs typeface="Calibri"/>
                  <a:sym typeface="Calibri"/>
                </a:rPr>
              </a:br>
              <a:r>
                <a:rPr lang="en-US" sz="3067" b="0" i="0" u="none" strike="noStrike" cap="none">
                  <a:solidFill>
                    <a:srgbClr val="7F7F7F"/>
                  </a:solidFill>
                  <a:latin typeface="Calibri"/>
                  <a:ea typeface="Calibri"/>
                  <a:cs typeface="Calibri"/>
                  <a:sym typeface="Calibri"/>
                </a:rPr>
                <a:t>Email: info@genigraphics.com</a:t>
              </a:r>
              <a:endParaRPr/>
            </a:p>
            <a:p>
              <a:pPr marL="0" marR="0" lvl="0" indent="0" algn="ctr" rtl="0">
                <a:spcBef>
                  <a:spcPts val="0"/>
                </a:spcBef>
                <a:spcAft>
                  <a:spcPts val="0"/>
                </a:spcAft>
                <a:buNone/>
              </a:pPr>
              <a:br>
                <a:rPr lang="en-US" sz="2683" b="0" i="0" u="none" strike="noStrike" cap="none">
                  <a:solidFill>
                    <a:srgbClr val="7F7F7F"/>
                  </a:solidFill>
                  <a:latin typeface="Calibri"/>
                  <a:ea typeface="Calibri"/>
                  <a:cs typeface="Calibri"/>
                  <a:sym typeface="Calibri"/>
                </a:rPr>
              </a:br>
              <a:r>
                <a:rPr lang="en-US" sz="2683" b="0" i="0" u="none" strike="noStrike" cap="none">
                  <a:solidFill>
                    <a:srgbClr val="7F7F7F"/>
                  </a:solidFill>
                  <a:latin typeface="Calibri"/>
                  <a:ea typeface="Calibri"/>
                  <a:cs typeface="Calibri"/>
                  <a:sym typeface="Calibri"/>
                </a:rPr>
                <a:t>[This sidebar area does not print.]</a:t>
              </a:r>
              <a:endParaRPr/>
            </a:p>
          </p:txBody>
        </p:sp>
        <p:pic>
          <p:nvPicPr>
            <p:cNvPr id="20" name="Google Shape;20;p2"/>
            <p:cNvPicPr preferRelativeResize="0"/>
            <p:nvPr/>
          </p:nvPicPr>
          <p:blipFill rotWithShape="1">
            <a:blip r:embed="rId2">
              <a:alphaModFix/>
            </a:blip>
            <a:srcRect/>
            <a:stretch/>
          </p:blipFill>
          <p:spPr>
            <a:xfrm>
              <a:off x="34281342" y="9107874"/>
              <a:ext cx="11904515" cy="10246926"/>
            </a:xfrm>
            <a:prstGeom prst="rect">
              <a:avLst/>
            </a:prstGeom>
            <a:noFill/>
            <a:ln>
              <a:noFill/>
            </a:ln>
          </p:spPr>
        </p:pic>
      </p:grpSp>
      <p:pic>
        <p:nvPicPr>
          <p:cNvPr id="21" name="Google Shape;21;p2"/>
          <p:cNvPicPr preferRelativeResize="0"/>
          <p:nvPr/>
        </p:nvPicPr>
        <p:blipFill rotWithShape="1">
          <a:blip r:embed="rId3">
            <a:alphaModFix/>
          </a:blip>
          <a:srcRect/>
          <a:stretch/>
        </p:blipFill>
        <p:spPr>
          <a:xfrm>
            <a:off x="38481001" y="20779994"/>
            <a:ext cx="5297435" cy="178181"/>
          </a:xfrm>
          <a:prstGeom prst="rect">
            <a:avLst/>
          </a:prstGeom>
          <a:noFill/>
          <a:ln>
            <a:noFill/>
          </a:ln>
        </p:spPr>
      </p:pic>
    </p:spTree>
    <p:extLst>
      <p:ext uri="{BB962C8B-B14F-4D97-AF65-F5344CB8AC3E}">
        <p14:creationId xmlns:p14="http://schemas.microsoft.com/office/powerpoint/2010/main" val="1639228473"/>
      </p:ext>
    </p:extLst>
  </p:cSld>
  <p:clrMapOvr>
    <a:masterClrMapping/>
  </p:clrMapOvr>
  <p:extLst>
    <p:ext uri="{DCECCB84-F9BA-43D5-87BE-67443E8EF086}">
      <p15:sldGuideLst xmlns:p15="http://schemas.microsoft.com/office/powerpoint/2012/main">
        <p15:guide id="1" orient="horz" pos="6624" userDrawn="1">
          <p15:clr>
            <a:srgbClr val="FBAE40"/>
          </p15:clr>
        </p15:guide>
        <p15:guide id="2" pos="1382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reserve="1">
  <p:cSld name="2_Title Slide">
    <p:bg>
      <p:bgPr>
        <a:solidFill>
          <a:schemeClr val="bg1"/>
        </a:solidFill>
        <a:effectLst/>
      </p:bgPr>
    </p:bg>
    <p:spTree>
      <p:nvGrpSpPr>
        <p:cNvPr id="1" name="Shape 12"/>
        <p:cNvGrpSpPr/>
        <p:nvPr/>
      </p:nvGrpSpPr>
      <p:grpSpPr>
        <a:xfrm>
          <a:off x="0" y="0"/>
          <a:ext cx="0" cy="0"/>
          <a:chOff x="0" y="0"/>
          <a:chExt cx="0" cy="0"/>
        </a:xfrm>
      </p:grpSpPr>
      <p:sp>
        <p:nvSpPr>
          <p:cNvPr id="17" name="Google Shape;17;p2"/>
          <p:cNvSpPr/>
          <p:nvPr/>
        </p:nvSpPr>
        <p:spPr>
          <a:xfrm>
            <a:off x="-7498080" y="0"/>
            <a:ext cx="6949440" cy="21031200"/>
          </a:xfrm>
          <a:prstGeom prst="rect">
            <a:avLst/>
          </a:prstGeom>
          <a:solidFill>
            <a:srgbClr val="D8D8D8"/>
          </a:solidFill>
          <a:ln>
            <a:noFill/>
          </a:ln>
        </p:spPr>
        <p:txBody>
          <a:bodyPr spcFirstLastPara="1" wrap="square" lIns="140750" tIns="140750" rIns="140750" bIns="140750" anchor="t" anchorCtr="0">
            <a:noAutofit/>
          </a:bodyPr>
          <a:lstStyle/>
          <a:p>
            <a:pPr marL="0" marR="0" lvl="0" indent="0" algn="l" rtl="0">
              <a:spcBef>
                <a:spcPts val="0"/>
              </a:spcBef>
              <a:spcAft>
                <a:spcPts val="0"/>
              </a:spcAft>
              <a:buNone/>
            </a:pPr>
            <a:r>
              <a:rPr lang="en-US" sz="5175" b="0" i="0" u="none" strike="noStrike" cap="none">
                <a:solidFill>
                  <a:srgbClr val="7F7F7F"/>
                </a:solidFill>
                <a:latin typeface="Calibri"/>
                <a:ea typeface="Calibri"/>
                <a:cs typeface="Calibri"/>
                <a:sym typeface="Calibri"/>
              </a:rPr>
              <a:t>Poster Print Size:</a:t>
            </a:r>
            <a:endParaRPr sz="5175"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r>
              <a:rPr lang="en-US" sz="3067" b="0" i="0" u="none" strike="noStrike" cap="none">
                <a:solidFill>
                  <a:srgbClr val="7F7F7F"/>
                </a:solidFill>
                <a:latin typeface="Twentieth Century"/>
                <a:ea typeface="Twentieth Century"/>
                <a:cs typeface="Twentieth Century"/>
                <a:sym typeface="Twentieth Century"/>
              </a:rPr>
              <a:t>This poster template is 24” high by 48” wide . It can be used to print any poster with a 1:2 aspect ratio including 30x60, 36x72, 42x84, and 48x96. </a:t>
            </a:r>
            <a:endParaRPr/>
          </a:p>
          <a:p>
            <a:pPr marL="0" marR="0" lvl="0" indent="0" algn="l" rtl="0">
              <a:spcBef>
                <a:spcPts val="1480"/>
              </a:spcBef>
              <a:spcAft>
                <a:spcPts val="0"/>
              </a:spcAft>
              <a:buNone/>
            </a:pPr>
            <a:r>
              <a:rPr lang="en-US" sz="5175" b="0" i="0" u="none" strike="noStrike" cap="none">
                <a:solidFill>
                  <a:srgbClr val="7F7F7F"/>
                </a:solidFill>
                <a:latin typeface="Twentieth Century"/>
                <a:ea typeface="Twentieth Century"/>
                <a:cs typeface="Twentieth Century"/>
                <a:sym typeface="Twentieth Century"/>
              </a:rPr>
              <a:t>Placeholders:</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a:p>
          <a:p>
            <a:pPr marL="0" marR="0" lvl="0" indent="0" algn="l" rtl="0">
              <a:spcBef>
                <a:spcPts val="1480"/>
              </a:spcBef>
              <a:spcAft>
                <a:spcPts val="0"/>
              </a:spcAft>
              <a:buNone/>
            </a:pPr>
            <a:r>
              <a:rPr lang="en-US" sz="5175" b="0" i="0" u="none" strike="noStrike" cap="none">
                <a:solidFill>
                  <a:srgbClr val="7F7F7F"/>
                </a:solidFill>
                <a:latin typeface="Calibri"/>
                <a:ea typeface="Calibri"/>
                <a:cs typeface="Calibri"/>
                <a:sym typeface="Calibri"/>
              </a:rPr>
              <a:t>Image Quality:</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You can place digital photos or logo art in your poster file by selecting the </a:t>
            </a:r>
            <a:r>
              <a:rPr lang="en-US" sz="3067" b="1" i="0" u="none" strike="noStrike" cap="none">
                <a:solidFill>
                  <a:srgbClr val="7F7F7F"/>
                </a:solidFill>
                <a:latin typeface="Calibri"/>
                <a:ea typeface="Calibri"/>
                <a:cs typeface="Calibri"/>
                <a:sym typeface="Calibri"/>
              </a:rPr>
              <a:t>Insert, Picture</a:t>
            </a:r>
            <a:r>
              <a:rPr lang="en-US" sz="3067" b="0" i="0" u="none" strike="noStrike" cap="none">
                <a:solidFill>
                  <a:srgbClr val="7F7F7F"/>
                </a:solidFill>
                <a:latin typeface="Calibri"/>
                <a:ea typeface="Calibri"/>
                <a:cs typeface="Calibri"/>
                <a:sym typeface="Calibri"/>
              </a:rPr>
              <a:t> command, or by using standard copy &amp; paste. For best results, all graphic elements should be at least </a:t>
            </a:r>
            <a:r>
              <a:rPr lang="en-US" sz="3067" b="1" i="0" u="none" strike="noStrike" cap="none">
                <a:solidFill>
                  <a:srgbClr val="7F7F7F"/>
                </a:solidFill>
                <a:latin typeface="Calibri"/>
                <a:ea typeface="Calibri"/>
                <a:cs typeface="Calibri"/>
                <a:sym typeface="Calibri"/>
              </a:rPr>
              <a:t>150-200 pixels per inch in their final printed size</a:t>
            </a:r>
            <a:r>
              <a:rPr lang="en-US" sz="3067" b="0" i="0" u="none" strike="noStrike" cap="none">
                <a:solidFill>
                  <a:srgbClr val="7F7F7F"/>
                </a:solidFill>
                <a:latin typeface="Calibri"/>
                <a:ea typeface="Calibri"/>
                <a:cs typeface="Calibri"/>
                <a:sym typeface="Calibri"/>
              </a:rPr>
              <a:t>. For instance, a 1600 x 1200 pixel photo will usually look fine up to 8“-10” wide on your printed poster.</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a:p>
          <a:p>
            <a:pPr marL="0" marR="0" lvl="0" indent="0" algn="ctr" rtl="0">
              <a:spcBef>
                <a:spcPts val="1480"/>
              </a:spcBef>
              <a:spcAft>
                <a:spcPts val="0"/>
              </a:spcAft>
              <a:buNone/>
            </a:pPr>
            <a:br>
              <a:rPr lang="en-US" sz="2683" b="0" i="0" u="none" strike="noStrike" cap="none">
                <a:solidFill>
                  <a:srgbClr val="7F7F7F"/>
                </a:solidFill>
                <a:latin typeface="Calibri"/>
                <a:ea typeface="Calibri"/>
                <a:cs typeface="Calibri"/>
                <a:sym typeface="Calibri"/>
              </a:rPr>
            </a:br>
            <a:r>
              <a:rPr lang="en-US" sz="2683" b="0" i="0" u="none" strike="noStrike" cap="none">
                <a:solidFill>
                  <a:srgbClr val="7F7F7F"/>
                </a:solidFill>
                <a:latin typeface="Calibri"/>
                <a:ea typeface="Calibri"/>
                <a:cs typeface="Calibri"/>
                <a:sym typeface="Calibri"/>
              </a:rPr>
              <a:t>[This sidebar area does not print.]</a:t>
            </a:r>
            <a:endParaRPr/>
          </a:p>
        </p:txBody>
      </p:sp>
      <p:grpSp>
        <p:nvGrpSpPr>
          <p:cNvPr id="18" name="Google Shape;18;p2"/>
          <p:cNvGrpSpPr/>
          <p:nvPr/>
        </p:nvGrpSpPr>
        <p:grpSpPr>
          <a:xfrm>
            <a:off x="44439840" y="0"/>
            <a:ext cx="6949440" cy="21031200"/>
            <a:chOff x="33832800" y="0"/>
            <a:chExt cx="12801600" cy="43891200"/>
          </a:xfrm>
        </p:grpSpPr>
        <p:sp>
          <p:nvSpPr>
            <p:cNvPr id="19" name="Google Shape;19;p2"/>
            <p:cNvSpPr/>
            <p:nvPr/>
          </p:nvSpPr>
          <p:spPr>
            <a:xfrm>
              <a:off x="33832800" y="0"/>
              <a:ext cx="12801600" cy="43891200"/>
            </a:xfrm>
            <a:prstGeom prst="rect">
              <a:avLst/>
            </a:prstGeom>
            <a:solidFill>
              <a:srgbClr val="D8D8D8"/>
            </a:solidFill>
            <a:ln>
              <a:noFill/>
            </a:ln>
          </p:spPr>
          <p:txBody>
            <a:bodyPr spcFirstLastPara="1" wrap="square" lIns="228600" tIns="228600" rIns="228600" bIns="228600" anchor="t" anchorCtr="0">
              <a:noAutofit/>
            </a:bodyPr>
            <a:lstStyle/>
            <a:p>
              <a:pPr marL="0" marR="0" lvl="0" indent="0" algn="l" rtl="0">
                <a:spcBef>
                  <a:spcPts val="0"/>
                </a:spcBef>
                <a:spcAft>
                  <a:spcPts val="0"/>
                </a:spcAft>
                <a:buNone/>
              </a:pPr>
              <a:r>
                <a:rPr lang="en-US" sz="5175" b="0" i="0" u="none" strike="noStrike" cap="none">
                  <a:solidFill>
                    <a:srgbClr val="7F7F7F"/>
                  </a:solidFill>
                  <a:latin typeface="Calibri"/>
                  <a:ea typeface="Calibri"/>
                  <a:cs typeface="Calibri"/>
                  <a:sym typeface="Calibri"/>
                </a:rPr>
                <a:t>Change Color Theme:</a:t>
              </a:r>
              <a:endParaRPr sz="5175"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This template is designed to use the built-in color themes in the newer versions of PowerPoint.</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To change the color theme, select the </a:t>
              </a:r>
              <a:r>
                <a:rPr lang="en-US" sz="3067" b="1" i="0" u="none" strike="noStrike" cap="none">
                  <a:solidFill>
                    <a:srgbClr val="7F7F7F"/>
                  </a:solidFill>
                  <a:latin typeface="Calibri"/>
                  <a:ea typeface="Calibri"/>
                  <a:cs typeface="Calibri"/>
                  <a:sym typeface="Calibri"/>
                </a:rPr>
                <a:t>Design</a:t>
              </a:r>
              <a:r>
                <a:rPr lang="en-US" sz="3067" b="0" i="0" u="none" strike="noStrike" cap="none">
                  <a:solidFill>
                    <a:srgbClr val="7F7F7F"/>
                  </a:solidFill>
                  <a:latin typeface="Calibri"/>
                  <a:ea typeface="Calibri"/>
                  <a:cs typeface="Calibri"/>
                  <a:sym typeface="Calibri"/>
                </a:rPr>
                <a:t> tab, then select the </a:t>
              </a:r>
              <a:r>
                <a:rPr lang="en-US" sz="3067" b="1" i="0" u="none" strike="noStrike" cap="none">
                  <a:solidFill>
                    <a:srgbClr val="7F7F7F"/>
                  </a:solidFill>
                  <a:latin typeface="Calibri"/>
                  <a:ea typeface="Calibri"/>
                  <a:cs typeface="Calibri"/>
                  <a:sym typeface="Calibri"/>
                </a:rPr>
                <a:t>Colors</a:t>
              </a:r>
              <a:r>
                <a:rPr lang="en-US" sz="3067" b="0" i="0" u="none" strike="noStrike" cap="none">
                  <a:solidFill>
                    <a:srgbClr val="7F7F7F"/>
                  </a:solidFill>
                  <a:latin typeface="Calibri"/>
                  <a:ea typeface="Calibri"/>
                  <a:cs typeface="Calibri"/>
                  <a:sym typeface="Calibri"/>
                </a:rPr>
                <a:t> drop-down list.</a:t>
              </a:r>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The default color theme for this template is “Office”, so you can always return to that after trying some of the alternatives.</a:t>
              </a:r>
              <a:endParaRPr/>
            </a:p>
            <a:p>
              <a:pPr marL="0" marR="0" lvl="0" indent="0" algn="l" rtl="0">
                <a:spcBef>
                  <a:spcPts val="1480"/>
                </a:spcBef>
                <a:spcAft>
                  <a:spcPts val="0"/>
                </a:spcAft>
                <a:buNone/>
              </a:pPr>
              <a:r>
                <a:rPr lang="en-US" sz="5175" b="0" i="0" u="none" strike="noStrike" cap="none">
                  <a:solidFill>
                    <a:srgbClr val="7F7F7F"/>
                  </a:solidFill>
                  <a:latin typeface="Calibri"/>
                  <a:ea typeface="Calibri"/>
                  <a:cs typeface="Calibri"/>
                  <a:sym typeface="Calibri"/>
                </a:rPr>
                <a:t>Printing Your Poster:</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Once your poster file is ready, visit </a:t>
              </a:r>
              <a:r>
                <a:rPr lang="en-US" sz="3067" b="1" i="0" u="none" strike="noStrike" cap="none">
                  <a:solidFill>
                    <a:srgbClr val="7F7F7F"/>
                  </a:solidFill>
                  <a:latin typeface="Calibri"/>
                  <a:ea typeface="Calibri"/>
                  <a:cs typeface="Calibri"/>
                  <a:sym typeface="Calibri"/>
                </a:rPr>
                <a:t>www.genigraphics.com</a:t>
              </a:r>
              <a:r>
                <a:rPr lang="en-US" sz="3067" b="0" i="0" u="none" strike="noStrike" cap="non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a:p>
            <a:p>
              <a:pPr marL="0" marR="0" lvl="0" indent="0" algn="l" rtl="0">
                <a:spcBef>
                  <a:spcPts val="1480"/>
                </a:spcBef>
                <a:spcAft>
                  <a:spcPts val="0"/>
                </a:spcAft>
                <a:buNone/>
              </a:pPr>
              <a:r>
                <a:rPr lang="en-US" sz="3067" b="0" i="0" u="none" strike="noStrike" cap="non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a:p>
            <a:p>
              <a:pPr marL="0" marR="0" lvl="0" indent="0" algn="l" rtl="0">
                <a:spcBef>
                  <a:spcPts val="1480"/>
                </a:spcBef>
                <a:spcAft>
                  <a:spcPts val="0"/>
                </a:spcAft>
                <a:buNone/>
              </a:pPr>
              <a:endParaRPr sz="3067" b="0" i="0" u="none" strike="noStrike" cap="none">
                <a:solidFill>
                  <a:srgbClr val="7F7F7F"/>
                </a:solidFill>
                <a:latin typeface="Calibri"/>
                <a:ea typeface="Calibri"/>
                <a:cs typeface="Calibri"/>
                <a:sym typeface="Calibri"/>
              </a:endParaRPr>
            </a:p>
            <a:p>
              <a:pPr marL="0" marR="0" lvl="0" indent="0" algn="ctr" rtl="0">
                <a:spcBef>
                  <a:spcPts val="0"/>
                </a:spcBef>
                <a:spcAft>
                  <a:spcPts val="0"/>
                </a:spcAft>
                <a:buNone/>
              </a:pPr>
              <a:r>
                <a:rPr lang="en-US" sz="3067" b="0" i="0" u="none" strike="noStrike" cap="none">
                  <a:solidFill>
                    <a:srgbClr val="7F7F7F"/>
                  </a:solidFill>
                  <a:latin typeface="Calibri"/>
                  <a:ea typeface="Calibri"/>
                  <a:cs typeface="Calibri"/>
                  <a:sym typeface="Calibri"/>
                </a:rPr>
                <a:t>US and Canada:  1-800-790-4001</a:t>
              </a:r>
              <a:br>
                <a:rPr lang="en-US" sz="3067" b="0" i="0" u="none" strike="noStrike" cap="none">
                  <a:solidFill>
                    <a:srgbClr val="7F7F7F"/>
                  </a:solidFill>
                  <a:latin typeface="Calibri"/>
                  <a:ea typeface="Calibri"/>
                  <a:cs typeface="Calibri"/>
                  <a:sym typeface="Calibri"/>
                </a:rPr>
              </a:br>
              <a:r>
                <a:rPr lang="en-US" sz="3067" b="0" i="0" u="none" strike="noStrike" cap="none">
                  <a:solidFill>
                    <a:srgbClr val="7F7F7F"/>
                  </a:solidFill>
                  <a:latin typeface="Calibri"/>
                  <a:ea typeface="Calibri"/>
                  <a:cs typeface="Calibri"/>
                  <a:sym typeface="Calibri"/>
                </a:rPr>
                <a:t>Email: info@genigraphics.com</a:t>
              </a:r>
              <a:endParaRPr/>
            </a:p>
            <a:p>
              <a:pPr marL="0" marR="0" lvl="0" indent="0" algn="ctr" rtl="0">
                <a:spcBef>
                  <a:spcPts val="0"/>
                </a:spcBef>
                <a:spcAft>
                  <a:spcPts val="0"/>
                </a:spcAft>
                <a:buNone/>
              </a:pPr>
              <a:br>
                <a:rPr lang="en-US" sz="2683" b="0" i="0" u="none" strike="noStrike" cap="none">
                  <a:solidFill>
                    <a:srgbClr val="7F7F7F"/>
                  </a:solidFill>
                  <a:latin typeface="Calibri"/>
                  <a:ea typeface="Calibri"/>
                  <a:cs typeface="Calibri"/>
                  <a:sym typeface="Calibri"/>
                </a:rPr>
              </a:br>
              <a:r>
                <a:rPr lang="en-US" sz="2683" b="0" i="0" u="none" strike="noStrike" cap="none">
                  <a:solidFill>
                    <a:srgbClr val="7F7F7F"/>
                  </a:solidFill>
                  <a:latin typeface="Calibri"/>
                  <a:ea typeface="Calibri"/>
                  <a:cs typeface="Calibri"/>
                  <a:sym typeface="Calibri"/>
                </a:rPr>
                <a:t>[This sidebar area does not print.]</a:t>
              </a:r>
              <a:endParaRPr/>
            </a:p>
          </p:txBody>
        </p:sp>
        <p:pic>
          <p:nvPicPr>
            <p:cNvPr id="20" name="Google Shape;20;p2"/>
            <p:cNvPicPr preferRelativeResize="0"/>
            <p:nvPr/>
          </p:nvPicPr>
          <p:blipFill rotWithShape="1">
            <a:blip r:embed="rId2">
              <a:alphaModFix/>
            </a:blip>
            <a:srcRect/>
            <a:stretch/>
          </p:blipFill>
          <p:spPr>
            <a:xfrm>
              <a:off x="34281342" y="9107874"/>
              <a:ext cx="11904515" cy="10246926"/>
            </a:xfrm>
            <a:prstGeom prst="rect">
              <a:avLst/>
            </a:prstGeom>
            <a:noFill/>
            <a:ln>
              <a:noFill/>
            </a:ln>
          </p:spPr>
        </p:pic>
      </p:grpSp>
      <p:pic>
        <p:nvPicPr>
          <p:cNvPr id="21" name="Google Shape;21;p2"/>
          <p:cNvPicPr preferRelativeResize="0"/>
          <p:nvPr/>
        </p:nvPicPr>
        <p:blipFill rotWithShape="1">
          <a:blip r:embed="rId3">
            <a:alphaModFix/>
          </a:blip>
          <a:srcRect/>
          <a:stretch/>
        </p:blipFill>
        <p:spPr>
          <a:xfrm>
            <a:off x="38481001" y="20779994"/>
            <a:ext cx="5297435" cy="178181"/>
          </a:xfrm>
          <a:prstGeom prst="rect">
            <a:avLst/>
          </a:prstGeom>
          <a:noFill/>
          <a:ln>
            <a:noFill/>
          </a:ln>
        </p:spPr>
      </p:pic>
    </p:spTree>
    <p:extLst>
      <p:ext uri="{BB962C8B-B14F-4D97-AF65-F5344CB8AC3E}">
        <p14:creationId xmlns:p14="http://schemas.microsoft.com/office/powerpoint/2010/main" val="3331988605"/>
      </p:ext>
    </p:extLst>
  </p:cSld>
  <p:clrMapOvr>
    <a:masterClrMapping/>
  </p:clrMapOvr>
  <p:extLst>
    <p:ext uri="{DCECCB84-F9BA-43D5-87BE-67443E8EF086}">
      <p15:sldGuideLst xmlns:p15="http://schemas.microsoft.com/office/powerpoint/2012/main">
        <p15:guide id="1" orient="horz" pos="6624" userDrawn="1">
          <p15:clr>
            <a:srgbClr val="FBAE40"/>
          </p15:clr>
        </p15:guide>
        <p15:guide id="2" pos="1382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pic>
        <p:nvPicPr>
          <p:cNvPr id="23" name="Google Shape;23;p3" descr="Droplets-HD-Title-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24" name="Google Shape;24;p3"/>
          <p:cNvSpPr txBox="1">
            <a:spLocks noGrp="1"/>
          </p:cNvSpPr>
          <p:nvPr>
            <p:ph type="ctrTitle"/>
          </p:nvPr>
        </p:nvSpPr>
        <p:spPr>
          <a:xfrm>
            <a:off x="6303643" y="3989075"/>
            <a:ext cx="31283914" cy="76949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4720"/>
              <a:buFont typeface="Twentieth Century"/>
              <a:buNone/>
              <a:defRPr sz="1472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subTitle" idx="1"/>
          </p:nvPr>
        </p:nvSpPr>
        <p:spPr>
          <a:xfrm>
            <a:off x="6303643" y="11917682"/>
            <a:ext cx="31283914" cy="4206237"/>
          </a:xfrm>
          <a:prstGeom prst="rect">
            <a:avLst/>
          </a:prstGeom>
          <a:noFill/>
          <a:ln>
            <a:noFill/>
          </a:ln>
        </p:spPr>
        <p:txBody>
          <a:bodyPr spcFirstLastPara="1" wrap="square" lIns="91425" tIns="45700" rIns="91425" bIns="45700" anchor="t" anchorCtr="0">
            <a:normAutofit/>
          </a:bodyPr>
          <a:lstStyle>
            <a:lvl1pPr lvl="0" algn="ctr">
              <a:lnSpc>
                <a:spcPct val="120000"/>
              </a:lnSpc>
              <a:spcBef>
                <a:spcPts val="3067"/>
              </a:spcBef>
              <a:spcAft>
                <a:spcPts val="0"/>
              </a:spcAft>
              <a:buSzPts val="6747"/>
              <a:buNone/>
              <a:defRPr sz="6747">
                <a:solidFill>
                  <a:srgbClr val="7F7F7F"/>
                </a:solidFill>
              </a:defRPr>
            </a:lvl1pPr>
            <a:lvl2pPr lvl="1" algn="ctr">
              <a:lnSpc>
                <a:spcPct val="120000"/>
              </a:lnSpc>
              <a:spcBef>
                <a:spcPts val="1533"/>
              </a:spcBef>
              <a:spcAft>
                <a:spcPts val="0"/>
              </a:spcAft>
              <a:buSzPts val="6133"/>
              <a:buNone/>
              <a:defRPr sz="6133"/>
            </a:lvl2pPr>
            <a:lvl3pPr lvl="2" algn="ctr">
              <a:lnSpc>
                <a:spcPct val="120000"/>
              </a:lnSpc>
              <a:spcBef>
                <a:spcPts val="1533"/>
              </a:spcBef>
              <a:spcAft>
                <a:spcPts val="0"/>
              </a:spcAft>
              <a:buSzPts val="5520"/>
              <a:buNone/>
              <a:defRPr sz="5520"/>
            </a:lvl3pPr>
            <a:lvl4pPr lvl="3" algn="ctr">
              <a:lnSpc>
                <a:spcPct val="120000"/>
              </a:lnSpc>
              <a:spcBef>
                <a:spcPts val="1533"/>
              </a:spcBef>
              <a:spcAft>
                <a:spcPts val="0"/>
              </a:spcAft>
              <a:buSzPts val="4907"/>
              <a:buNone/>
              <a:defRPr sz="4907"/>
            </a:lvl4pPr>
            <a:lvl5pPr lvl="4" algn="ctr">
              <a:lnSpc>
                <a:spcPct val="120000"/>
              </a:lnSpc>
              <a:spcBef>
                <a:spcPts val="1533"/>
              </a:spcBef>
              <a:spcAft>
                <a:spcPts val="0"/>
              </a:spcAft>
              <a:buSzPts val="4907"/>
              <a:buNone/>
              <a:defRPr sz="4907"/>
            </a:lvl5pPr>
            <a:lvl6pPr lvl="5" algn="ctr">
              <a:lnSpc>
                <a:spcPct val="120000"/>
              </a:lnSpc>
              <a:spcBef>
                <a:spcPts val="1533"/>
              </a:spcBef>
              <a:spcAft>
                <a:spcPts val="0"/>
              </a:spcAft>
              <a:buSzPts val="4907"/>
              <a:buNone/>
              <a:defRPr sz="4907"/>
            </a:lvl6pPr>
            <a:lvl7pPr lvl="6" algn="ctr">
              <a:lnSpc>
                <a:spcPct val="120000"/>
              </a:lnSpc>
              <a:spcBef>
                <a:spcPts val="1533"/>
              </a:spcBef>
              <a:spcAft>
                <a:spcPts val="0"/>
              </a:spcAft>
              <a:buSzPts val="4907"/>
              <a:buNone/>
              <a:defRPr sz="4907"/>
            </a:lvl7pPr>
            <a:lvl8pPr lvl="7" algn="ctr">
              <a:lnSpc>
                <a:spcPct val="120000"/>
              </a:lnSpc>
              <a:spcBef>
                <a:spcPts val="1533"/>
              </a:spcBef>
              <a:spcAft>
                <a:spcPts val="0"/>
              </a:spcAft>
              <a:buSzPts val="4907"/>
              <a:buNone/>
              <a:defRPr sz="4907"/>
            </a:lvl8pPr>
            <a:lvl9pPr lvl="8" algn="ctr">
              <a:lnSpc>
                <a:spcPct val="120000"/>
              </a:lnSpc>
              <a:spcBef>
                <a:spcPts val="1533"/>
              </a:spcBef>
              <a:spcAft>
                <a:spcPts val="0"/>
              </a:spcAft>
              <a:buSzPts val="4907"/>
              <a:buNone/>
              <a:defRPr sz="4907"/>
            </a:lvl9pPr>
          </a:lstStyle>
          <a:p>
            <a:endParaRPr/>
          </a:p>
        </p:txBody>
      </p:sp>
      <p:sp>
        <p:nvSpPr>
          <p:cNvPr id="26" name="Google Shape;26;p3"/>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pic>
        <p:nvPicPr>
          <p:cNvPr id="30" name="Google Shape;30;p4"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31" name="Google Shape;31;p4"/>
          <p:cNvSpPr txBox="1">
            <a:spLocks noGrp="1"/>
          </p:cNvSpPr>
          <p:nvPr>
            <p:ph type="title"/>
          </p:nvPr>
        </p:nvSpPr>
        <p:spPr>
          <a:xfrm>
            <a:off x="3289592" y="1896787"/>
            <a:ext cx="37312024" cy="489494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4"/>
          <p:cNvSpPr txBox="1">
            <a:spLocks noGrp="1"/>
          </p:cNvSpPr>
          <p:nvPr>
            <p:ph type="body" idx="1"/>
          </p:nvPr>
        </p:nvSpPr>
        <p:spPr>
          <a:xfrm>
            <a:off x="3289586" y="7259084"/>
            <a:ext cx="37309774" cy="10500595"/>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3067"/>
              </a:spcBef>
              <a:spcAft>
                <a:spcPts val="0"/>
              </a:spcAft>
              <a:buSzPts val="1800"/>
              <a:buChar char="•"/>
              <a:defRPr/>
            </a:lvl1pPr>
            <a:lvl2pPr marL="914400" lvl="1" indent="-342900" algn="l">
              <a:lnSpc>
                <a:spcPct val="120000"/>
              </a:lnSpc>
              <a:spcBef>
                <a:spcPts val="1533"/>
              </a:spcBef>
              <a:spcAft>
                <a:spcPts val="0"/>
              </a:spcAft>
              <a:buSzPts val="1800"/>
              <a:buChar char="•"/>
              <a:defRPr/>
            </a:lvl2pPr>
            <a:lvl3pPr marL="1371600" lvl="2" indent="-342900" algn="l">
              <a:lnSpc>
                <a:spcPct val="120000"/>
              </a:lnSpc>
              <a:spcBef>
                <a:spcPts val="1533"/>
              </a:spcBef>
              <a:spcAft>
                <a:spcPts val="0"/>
              </a:spcAft>
              <a:buSzPts val="1800"/>
              <a:buChar char="•"/>
              <a:defRPr/>
            </a:lvl3pPr>
            <a:lvl4pPr marL="1828800" lvl="3" indent="-342900" algn="l">
              <a:lnSpc>
                <a:spcPct val="120000"/>
              </a:lnSpc>
              <a:spcBef>
                <a:spcPts val="1533"/>
              </a:spcBef>
              <a:spcAft>
                <a:spcPts val="0"/>
              </a:spcAft>
              <a:buSzPts val="1800"/>
              <a:buChar char="•"/>
              <a:defRPr/>
            </a:lvl4pPr>
            <a:lvl5pPr marL="2286000" lvl="4" indent="-342900" algn="l">
              <a:lnSpc>
                <a:spcPct val="120000"/>
              </a:lnSpc>
              <a:spcBef>
                <a:spcPts val="1533"/>
              </a:spcBef>
              <a:spcAft>
                <a:spcPts val="0"/>
              </a:spcAft>
              <a:buSzPts val="1800"/>
              <a:buChar char="•"/>
              <a:defRPr/>
            </a:lvl5pPr>
            <a:lvl6pPr marL="2743200" lvl="5" indent="-342900" algn="l">
              <a:lnSpc>
                <a:spcPct val="120000"/>
              </a:lnSpc>
              <a:spcBef>
                <a:spcPts val="1533"/>
              </a:spcBef>
              <a:spcAft>
                <a:spcPts val="0"/>
              </a:spcAft>
              <a:buSzPts val="1800"/>
              <a:buChar char="•"/>
              <a:defRPr/>
            </a:lvl6pPr>
            <a:lvl7pPr marL="3200400" lvl="6" indent="-342900" algn="l">
              <a:lnSpc>
                <a:spcPct val="120000"/>
              </a:lnSpc>
              <a:spcBef>
                <a:spcPts val="1533"/>
              </a:spcBef>
              <a:spcAft>
                <a:spcPts val="0"/>
              </a:spcAft>
              <a:buSzPts val="1800"/>
              <a:buChar char="•"/>
              <a:defRPr/>
            </a:lvl7pPr>
            <a:lvl8pPr marL="3657600" lvl="7" indent="-342900" algn="l">
              <a:lnSpc>
                <a:spcPct val="120000"/>
              </a:lnSpc>
              <a:spcBef>
                <a:spcPts val="1533"/>
              </a:spcBef>
              <a:spcAft>
                <a:spcPts val="0"/>
              </a:spcAft>
              <a:buSzPts val="1800"/>
              <a:buChar char="•"/>
              <a:defRPr/>
            </a:lvl8pPr>
            <a:lvl9pPr marL="4114800" lvl="8" indent="-342900" algn="l">
              <a:lnSpc>
                <a:spcPct val="120000"/>
              </a:lnSpc>
              <a:spcBef>
                <a:spcPts val="1533"/>
              </a:spcBef>
              <a:spcAft>
                <a:spcPts val="0"/>
              </a:spcAft>
              <a:buSzPts val="1800"/>
              <a:buChar char="•"/>
              <a:defRPr/>
            </a:lvl9pPr>
          </a:lstStyle>
          <a:p>
            <a:endParaRPr/>
          </a:p>
        </p:txBody>
      </p:sp>
      <p:sp>
        <p:nvSpPr>
          <p:cNvPr id="33" name="Google Shape;33;p4"/>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pic>
        <p:nvPicPr>
          <p:cNvPr id="37" name="Google Shape;37;p5"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38" name="Google Shape;38;p5"/>
          <p:cNvSpPr txBox="1">
            <a:spLocks noGrp="1"/>
          </p:cNvSpPr>
          <p:nvPr>
            <p:ph type="title"/>
          </p:nvPr>
        </p:nvSpPr>
        <p:spPr>
          <a:xfrm>
            <a:off x="3289587" y="2540928"/>
            <a:ext cx="37266307" cy="839291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2267"/>
              <a:buFont typeface="Twentieth Century"/>
              <a:buNone/>
              <a:defRPr sz="122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3289587" y="11216203"/>
            <a:ext cx="37266307" cy="4195761"/>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067"/>
              </a:spcBef>
              <a:spcAft>
                <a:spcPts val="0"/>
              </a:spcAft>
              <a:buSzPts val="6133"/>
              <a:buNone/>
              <a:defRPr sz="6133">
                <a:solidFill>
                  <a:srgbClr val="7F7F7F"/>
                </a:solidFill>
              </a:defRPr>
            </a:lvl1pPr>
            <a:lvl2pPr marL="914400" lvl="1" indent="-228600" algn="l">
              <a:lnSpc>
                <a:spcPct val="120000"/>
              </a:lnSpc>
              <a:spcBef>
                <a:spcPts val="1533"/>
              </a:spcBef>
              <a:spcAft>
                <a:spcPts val="0"/>
              </a:spcAft>
              <a:buSzPts val="6133"/>
              <a:buNone/>
              <a:defRPr sz="6133">
                <a:solidFill>
                  <a:srgbClr val="888888"/>
                </a:solidFill>
              </a:defRPr>
            </a:lvl2pPr>
            <a:lvl3pPr marL="1371600" lvl="2" indent="-228600" algn="l">
              <a:lnSpc>
                <a:spcPct val="120000"/>
              </a:lnSpc>
              <a:spcBef>
                <a:spcPts val="1533"/>
              </a:spcBef>
              <a:spcAft>
                <a:spcPts val="0"/>
              </a:spcAft>
              <a:buSzPts val="5520"/>
              <a:buNone/>
              <a:defRPr sz="5520">
                <a:solidFill>
                  <a:srgbClr val="888888"/>
                </a:solidFill>
              </a:defRPr>
            </a:lvl3pPr>
            <a:lvl4pPr marL="1828800" lvl="3" indent="-228600" algn="l">
              <a:lnSpc>
                <a:spcPct val="120000"/>
              </a:lnSpc>
              <a:spcBef>
                <a:spcPts val="1533"/>
              </a:spcBef>
              <a:spcAft>
                <a:spcPts val="0"/>
              </a:spcAft>
              <a:buSzPts val="4907"/>
              <a:buNone/>
              <a:defRPr sz="4907">
                <a:solidFill>
                  <a:srgbClr val="888888"/>
                </a:solidFill>
              </a:defRPr>
            </a:lvl4pPr>
            <a:lvl5pPr marL="2286000" lvl="4" indent="-228600" algn="l">
              <a:lnSpc>
                <a:spcPct val="120000"/>
              </a:lnSpc>
              <a:spcBef>
                <a:spcPts val="1533"/>
              </a:spcBef>
              <a:spcAft>
                <a:spcPts val="0"/>
              </a:spcAft>
              <a:buSzPts val="4907"/>
              <a:buNone/>
              <a:defRPr sz="4907">
                <a:solidFill>
                  <a:srgbClr val="888888"/>
                </a:solidFill>
              </a:defRPr>
            </a:lvl5pPr>
            <a:lvl6pPr marL="2743200" lvl="5" indent="-228600" algn="l">
              <a:lnSpc>
                <a:spcPct val="120000"/>
              </a:lnSpc>
              <a:spcBef>
                <a:spcPts val="1533"/>
              </a:spcBef>
              <a:spcAft>
                <a:spcPts val="0"/>
              </a:spcAft>
              <a:buSzPts val="4907"/>
              <a:buNone/>
              <a:defRPr sz="4907">
                <a:solidFill>
                  <a:srgbClr val="888888"/>
                </a:solidFill>
              </a:defRPr>
            </a:lvl6pPr>
            <a:lvl7pPr marL="3200400" lvl="6" indent="-228600" algn="l">
              <a:lnSpc>
                <a:spcPct val="120000"/>
              </a:lnSpc>
              <a:spcBef>
                <a:spcPts val="1533"/>
              </a:spcBef>
              <a:spcAft>
                <a:spcPts val="0"/>
              </a:spcAft>
              <a:buSzPts val="4907"/>
              <a:buNone/>
              <a:defRPr sz="4907">
                <a:solidFill>
                  <a:srgbClr val="888888"/>
                </a:solidFill>
              </a:defRPr>
            </a:lvl7pPr>
            <a:lvl8pPr marL="3657600" lvl="7" indent="-228600" algn="l">
              <a:lnSpc>
                <a:spcPct val="120000"/>
              </a:lnSpc>
              <a:spcBef>
                <a:spcPts val="1533"/>
              </a:spcBef>
              <a:spcAft>
                <a:spcPts val="0"/>
              </a:spcAft>
              <a:buSzPts val="4907"/>
              <a:buNone/>
              <a:defRPr sz="4907">
                <a:solidFill>
                  <a:srgbClr val="888888"/>
                </a:solidFill>
              </a:defRPr>
            </a:lvl8pPr>
            <a:lvl9pPr marL="4114800" lvl="8" indent="-228600" algn="l">
              <a:lnSpc>
                <a:spcPct val="120000"/>
              </a:lnSpc>
              <a:spcBef>
                <a:spcPts val="1533"/>
              </a:spcBef>
              <a:spcAft>
                <a:spcPts val="0"/>
              </a:spcAft>
              <a:buSzPts val="4907"/>
              <a:buNone/>
              <a:defRPr sz="4907">
                <a:solidFill>
                  <a:srgbClr val="888888"/>
                </a:solidFill>
              </a:defRPr>
            </a:lvl9pPr>
          </a:lstStyle>
          <a:p>
            <a:endParaRPr/>
          </a:p>
        </p:txBody>
      </p:sp>
      <p:sp>
        <p:nvSpPr>
          <p:cNvPr id="40" name="Google Shape;40;p5"/>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pic>
        <p:nvPicPr>
          <p:cNvPr id="44" name="Google Shape;44;p6"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45" name="Google Shape;45;p6"/>
          <p:cNvSpPr txBox="1">
            <a:spLocks noGrp="1"/>
          </p:cNvSpPr>
          <p:nvPr>
            <p:ph type="title"/>
          </p:nvPr>
        </p:nvSpPr>
        <p:spPr>
          <a:xfrm>
            <a:off x="3289592" y="1896787"/>
            <a:ext cx="37312024" cy="489494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3289586" y="7259084"/>
            <a:ext cx="18381694" cy="10500595"/>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3067"/>
              </a:spcBef>
              <a:spcAft>
                <a:spcPts val="0"/>
              </a:spcAft>
              <a:buSzPts val="1800"/>
              <a:buChar char="•"/>
              <a:defRPr/>
            </a:lvl1pPr>
            <a:lvl2pPr marL="914400" lvl="1" indent="-342900" algn="l">
              <a:lnSpc>
                <a:spcPct val="120000"/>
              </a:lnSpc>
              <a:spcBef>
                <a:spcPts val="1533"/>
              </a:spcBef>
              <a:spcAft>
                <a:spcPts val="0"/>
              </a:spcAft>
              <a:buSzPts val="1800"/>
              <a:buChar char="•"/>
              <a:defRPr/>
            </a:lvl2pPr>
            <a:lvl3pPr marL="1371600" lvl="2" indent="-342900" algn="l">
              <a:lnSpc>
                <a:spcPct val="120000"/>
              </a:lnSpc>
              <a:spcBef>
                <a:spcPts val="1533"/>
              </a:spcBef>
              <a:spcAft>
                <a:spcPts val="0"/>
              </a:spcAft>
              <a:buSzPts val="1800"/>
              <a:buChar char="•"/>
              <a:defRPr/>
            </a:lvl3pPr>
            <a:lvl4pPr marL="1828800" lvl="3" indent="-342900" algn="l">
              <a:lnSpc>
                <a:spcPct val="120000"/>
              </a:lnSpc>
              <a:spcBef>
                <a:spcPts val="1533"/>
              </a:spcBef>
              <a:spcAft>
                <a:spcPts val="0"/>
              </a:spcAft>
              <a:buSzPts val="1800"/>
              <a:buChar char="•"/>
              <a:defRPr/>
            </a:lvl4pPr>
            <a:lvl5pPr marL="2286000" lvl="4" indent="-342900" algn="l">
              <a:lnSpc>
                <a:spcPct val="120000"/>
              </a:lnSpc>
              <a:spcBef>
                <a:spcPts val="1533"/>
              </a:spcBef>
              <a:spcAft>
                <a:spcPts val="0"/>
              </a:spcAft>
              <a:buSzPts val="1800"/>
              <a:buChar char="•"/>
              <a:defRPr/>
            </a:lvl5pPr>
            <a:lvl6pPr marL="2743200" lvl="5" indent="-342900" algn="l">
              <a:lnSpc>
                <a:spcPct val="120000"/>
              </a:lnSpc>
              <a:spcBef>
                <a:spcPts val="1533"/>
              </a:spcBef>
              <a:spcAft>
                <a:spcPts val="0"/>
              </a:spcAft>
              <a:buSzPts val="1800"/>
              <a:buChar char="•"/>
              <a:defRPr/>
            </a:lvl6pPr>
            <a:lvl7pPr marL="3200400" lvl="6" indent="-342900" algn="l">
              <a:lnSpc>
                <a:spcPct val="120000"/>
              </a:lnSpc>
              <a:spcBef>
                <a:spcPts val="1533"/>
              </a:spcBef>
              <a:spcAft>
                <a:spcPts val="0"/>
              </a:spcAft>
              <a:buSzPts val="1800"/>
              <a:buChar char="•"/>
              <a:defRPr/>
            </a:lvl7pPr>
            <a:lvl8pPr marL="3657600" lvl="7" indent="-342900" algn="l">
              <a:lnSpc>
                <a:spcPct val="120000"/>
              </a:lnSpc>
              <a:spcBef>
                <a:spcPts val="1533"/>
              </a:spcBef>
              <a:spcAft>
                <a:spcPts val="0"/>
              </a:spcAft>
              <a:buSzPts val="1800"/>
              <a:buChar char="•"/>
              <a:defRPr/>
            </a:lvl8pPr>
            <a:lvl9pPr marL="4114800" lvl="8" indent="-342900" algn="l">
              <a:lnSpc>
                <a:spcPct val="120000"/>
              </a:lnSpc>
              <a:spcBef>
                <a:spcPts val="1533"/>
              </a:spcBef>
              <a:spcAft>
                <a:spcPts val="0"/>
              </a:spcAft>
              <a:buSzPts val="1800"/>
              <a:buChar char="•"/>
              <a:defRPr/>
            </a:lvl9pPr>
          </a:lstStyle>
          <a:p>
            <a:endParaRPr/>
          </a:p>
        </p:txBody>
      </p:sp>
      <p:sp>
        <p:nvSpPr>
          <p:cNvPr id="47" name="Google Shape;47;p6"/>
          <p:cNvSpPr txBox="1">
            <a:spLocks noGrp="1"/>
          </p:cNvSpPr>
          <p:nvPr>
            <p:ph type="body" idx="2"/>
          </p:nvPr>
        </p:nvSpPr>
        <p:spPr>
          <a:xfrm>
            <a:off x="22219920" y="7259084"/>
            <a:ext cx="18379440" cy="10500595"/>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3067"/>
              </a:spcBef>
              <a:spcAft>
                <a:spcPts val="0"/>
              </a:spcAft>
              <a:buSzPts val="1800"/>
              <a:buChar char="•"/>
              <a:defRPr/>
            </a:lvl1pPr>
            <a:lvl2pPr marL="914400" lvl="1" indent="-342900" algn="l">
              <a:lnSpc>
                <a:spcPct val="120000"/>
              </a:lnSpc>
              <a:spcBef>
                <a:spcPts val="1533"/>
              </a:spcBef>
              <a:spcAft>
                <a:spcPts val="0"/>
              </a:spcAft>
              <a:buSzPts val="1800"/>
              <a:buChar char="•"/>
              <a:defRPr/>
            </a:lvl2pPr>
            <a:lvl3pPr marL="1371600" lvl="2" indent="-342900" algn="l">
              <a:lnSpc>
                <a:spcPct val="120000"/>
              </a:lnSpc>
              <a:spcBef>
                <a:spcPts val="1533"/>
              </a:spcBef>
              <a:spcAft>
                <a:spcPts val="0"/>
              </a:spcAft>
              <a:buSzPts val="1800"/>
              <a:buChar char="•"/>
              <a:defRPr/>
            </a:lvl3pPr>
            <a:lvl4pPr marL="1828800" lvl="3" indent="-342900" algn="l">
              <a:lnSpc>
                <a:spcPct val="120000"/>
              </a:lnSpc>
              <a:spcBef>
                <a:spcPts val="1533"/>
              </a:spcBef>
              <a:spcAft>
                <a:spcPts val="0"/>
              </a:spcAft>
              <a:buSzPts val="1800"/>
              <a:buChar char="•"/>
              <a:defRPr/>
            </a:lvl4pPr>
            <a:lvl5pPr marL="2286000" lvl="4" indent="-342900" algn="l">
              <a:lnSpc>
                <a:spcPct val="120000"/>
              </a:lnSpc>
              <a:spcBef>
                <a:spcPts val="1533"/>
              </a:spcBef>
              <a:spcAft>
                <a:spcPts val="0"/>
              </a:spcAft>
              <a:buSzPts val="1800"/>
              <a:buChar char="•"/>
              <a:defRPr/>
            </a:lvl5pPr>
            <a:lvl6pPr marL="2743200" lvl="5" indent="-342900" algn="l">
              <a:lnSpc>
                <a:spcPct val="120000"/>
              </a:lnSpc>
              <a:spcBef>
                <a:spcPts val="1533"/>
              </a:spcBef>
              <a:spcAft>
                <a:spcPts val="0"/>
              </a:spcAft>
              <a:buSzPts val="1800"/>
              <a:buChar char="•"/>
              <a:defRPr/>
            </a:lvl6pPr>
            <a:lvl7pPr marL="3200400" lvl="6" indent="-342900" algn="l">
              <a:lnSpc>
                <a:spcPct val="120000"/>
              </a:lnSpc>
              <a:spcBef>
                <a:spcPts val="1533"/>
              </a:spcBef>
              <a:spcAft>
                <a:spcPts val="0"/>
              </a:spcAft>
              <a:buSzPts val="1800"/>
              <a:buChar char="•"/>
              <a:defRPr/>
            </a:lvl7pPr>
            <a:lvl8pPr marL="3657600" lvl="7" indent="-342900" algn="l">
              <a:lnSpc>
                <a:spcPct val="120000"/>
              </a:lnSpc>
              <a:spcBef>
                <a:spcPts val="1533"/>
              </a:spcBef>
              <a:spcAft>
                <a:spcPts val="0"/>
              </a:spcAft>
              <a:buSzPts val="1800"/>
              <a:buChar char="•"/>
              <a:defRPr/>
            </a:lvl8pPr>
            <a:lvl9pPr marL="4114800" lvl="8" indent="-342900" algn="l">
              <a:lnSpc>
                <a:spcPct val="120000"/>
              </a:lnSpc>
              <a:spcBef>
                <a:spcPts val="1533"/>
              </a:spcBef>
              <a:spcAft>
                <a:spcPts val="0"/>
              </a:spcAft>
              <a:buSzPts val="1800"/>
              <a:buChar char="•"/>
              <a:defRPr/>
            </a:lvl9pPr>
          </a:lstStyle>
          <a:p>
            <a:endParaRPr/>
          </a:p>
        </p:txBody>
      </p:sp>
      <p:sp>
        <p:nvSpPr>
          <p:cNvPr id="48" name="Google Shape;48;p6"/>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pic>
        <p:nvPicPr>
          <p:cNvPr id="52" name="Google Shape;52;p7"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53" name="Google Shape;53;p7"/>
          <p:cNvSpPr txBox="1">
            <a:spLocks noGrp="1"/>
          </p:cNvSpPr>
          <p:nvPr>
            <p:ph type="title"/>
          </p:nvPr>
        </p:nvSpPr>
        <p:spPr>
          <a:xfrm>
            <a:off x="3289592" y="1896787"/>
            <a:ext cx="37312024" cy="489494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7"/>
          <p:cNvSpPr txBox="1">
            <a:spLocks noGrp="1"/>
          </p:cNvSpPr>
          <p:nvPr>
            <p:ph type="body" idx="1"/>
          </p:nvPr>
        </p:nvSpPr>
        <p:spPr>
          <a:xfrm>
            <a:off x="4126781" y="7271122"/>
            <a:ext cx="17544506" cy="2085315"/>
          </a:xfrm>
          <a:prstGeom prst="rect">
            <a:avLst/>
          </a:prstGeom>
          <a:noFill/>
          <a:ln>
            <a:noFill/>
          </a:ln>
        </p:spPr>
        <p:txBody>
          <a:bodyPr spcFirstLastPara="1" wrap="square" lIns="91425" tIns="45700" rIns="91425" bIns="45700" anchor="b" anchorCtr="0">
            <a:noAutofit/>
          </a:bodyPr>
          <a:lstStyle>
            <a:lvl1pPr marL="457200" lvl="0" indent="-228600" algn="l">
              <a:lnSpc>
                <a:spcPct val="85000"/>
              </a:lnSpc>
              <a:spcBef>
                <a:spcPts val="3067"/>
              </a:spcBef>
              <a:spcAft>
                <a:spcPts val="0"/>
              </a:spcAft>
              <a:buSzPts val="7973"/>
              <a:buNone/>
              <a:defRPr sz="7973" b="0">
                <a:solidFill>
                  <a:schemeClr val="dk1"/>
                </a:solidFill>
              </a:defRPr>
            </a:lvl1pPr>
            <a:lvl2pPr marL="914400" lvl="1" indent="-228600" algn="l">
              <a:lnSpc>
                <a:spcPct val="120000"/>
              </a:lnSpc>
              <a:spcBef>
                <a:spcPts val="1533"/>
              </a:spcBef>
              <a:spcAft>
                <a:spcPts val="0"/>
              </a:spcAft>
              <a:buSzPts val="6133"/>
              <a:buNone/>
              <a:defRPr sz="6133" b="1"/>
            </a:lvl2pPr>
            <a:lvl3pPr marL="1371600" lvl="2" indent="-228600" algn="l">
              <a:lnSpc>
                <a:spcPct val="120000"/>
              </a:lnSpc>
              <a:spcBef>
                <a:spcPts val="1533"/>
              </a:spcBef>
              <a:spcAft>
                <a:spcPts val="0"/>
              </a:spcAft>
              <a:buSzPts val="5520"/>
              <a:buNone/>
              <a:defRPr sz="5520" b="1"/>
            </a:lvl3pPr>
            <a:lvl4pPr marL="1828800" lvl="3" indent="-228600" algn="l">
              <a:lnSpc>
                <a:spcPct val="120000"/>
              </a:lnSpc>
              <a:spcBef>
                <a:spcPts val="1533"/>
              </a:spcBef>
              <a:spcAft>
                <a:spcPts val="0"/>
              </a:spcAft>
              <a:buSzPts val="4907"/>
              <a:buNone/>
              <a:defRPr sz="4907" b="1"/>
            </a:lvl4pPr>
            <a:lvl5pPr marL="2286000" lvl="4" indent="-228600" algn="l">
              <a:lnSpc>
                <a:spcPct val="120000"/>
              </a:lnSpc>
              <a:spcBef>
                <a:spcPts val="1533"/>
              </a:spcBef>
              <a:spcAft>
                <a:spcPts val="0"/>
              </a:spcAft>
              <a:buSzPts val="4907"/>
              <a:buNone/>
              <a:defRPr sz="4907" b="1"/>
            </a:lvl5pPr>
            <a:lvl6pPr marL="2743200" lvl="5" indent="-228600" algn="l">
              <a:lnSpc>
                <a:spcPct val="120000"/>
              </a:lnSpc>
              <a:spcBef>
                <a:spcPts val="1533"/>
              </a:spcBef>
              <a:spcAft>
                <a:spcPts val="0"/>
              </a:spcAft>
              <a:buSzPts val="4907"/>
              <a:buNone/>
              <a:defRPr sz="4907" b="1"/>
            </a:lvl6pPr>
            <a:lvl7pPr marL="3200400" lvl="6" indent="-228600" algn="l">
              <a:lnSpc>
                <a:spcPct val="120000"/>
              </a:lnSpc>
              <a:spcBef>
                <a:spcPts val="1533"/>
              </a:spcBef>
              <a:spcAft>
                <a:spcPts val="0"/>
              </a:spcAft>
              <a:buSzPts val="4907"/>
              <a:buNone/>
              <a:defRPr sz="4907" b="1"/>
            </a:lvl7pPr>
            <a:lvl8pPr marL="3657600" lvl="7" indent="-228600" algn="l">
              <a:lnSpc>
                <a:spcPct val="120000"/>
              </a:lnSpc>
              <a:spcBef>
                <a:spcPts val="1533"/>
              </a:spcBef>
              <a:spcAft>
                <a:spcPts val="0"/>
              </a:spcAft>
              <a:buSzPts val="4907"/>
              <a:buNone/>
              <a:defRPr sz="4907" b="1"/>
            </a:lvl8pPr>
            <a:lvl9pPr marL="4114800" lvl="8" indent="-228600" algn="l">
              <a:lnSpc>
                <a:spcPct val="120000"/>
              </a:lnSpc>
              <a:spcBef>
                <a:spcPts val="1533"/>
              </a:spcBef>
              <a:spcAft>
                <a:spcPts val="0"/>
              </a:spcAft>
              <a:buSzPts val="4907"/>
              <a:buNone/>
              <a:defRPr sz="4907" b="1"/>
            </a:lvl9pPr>
          </a:lstStyle>
          <a:p>
            <a:endParaRPr/>
          </a:p>
        </p:txBody>
      </p:sp>
      <p:sp>
        <p:nvSpPr>
          <p:cNvPr id="55" name="Google Shape;55;p7"/>
          <p:cNvSpPr txBox="1">
            <a:spLocks noGrp="1"/>
          </p:cNvSpPr>
          <p:nvPr>
            <p:ph type="body" idx="2"/>
          </p:nvPr>
        </p:nvSpPr>
        <p:spPr>
          <a:xfrm>
            <a:off x="3289588" y="9356438"/>
            <a:ext cx="18381697" cy="840324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3067"/>
              </a:spcBef>
              <a:spcAft>
                <a:spcPts val="0"/>
              </a:spcAft>
              <a:buSzPts val="1800"/>
              <a:buChar char="•"/>
              <a:defRPr/>
            </a:lvl1pPr>
            <a:lvl2pPr marL="914400" lvl="1" indent="-342900" algn="l">
              <a:lnSpc>
                <a:spcPct val="120000"/>
              </a:lnSpc>
              <a:spcBef>
                <a:spcPts val="1533"/>
              </a:spcBef>
              <a:spcAft>
                <a:spcPts val="0"/>
              </a:spcAft>
              <a:buSzPts val="1800"/>
              <a:buChar char="•"/>
              <a:defRPr/>
            </a:lvl2pPr>
            <a:lvl3pPr marL="1371600" lvl="2" indent="-342900" algn="l">
              <a:lnSpc>
                <a:spcPct val="120000"/>
              </a:lnSpc>
              <a:spcBef>
                <a:spcPts val="1533"/>
              </a:spcBef>
              <a:spcAft>
                <a:spcPts val="0"/>
              </a:spcAft>
              <a:buSzPts val="1800"/>
              <a:buChar char="•"/>
              <a:defRPr/>
            </a:lvl3pPr>
            <a:lvl4pPr marL="1828800" lvl="3" indent="-342900" algn="l">
              <a:lnSpc>
                <a:spcPct val="120000"/>
              </a:lnSpc>
              <a:spcBef>
                <a:spcPts val="1533"/>
              </a:spcBef>
              <a:spcAft>
                <a:spcPts val="0"/>
              </a:spcAft>
              <a:buSzPts val="1800"/>
              <a:buChar char="•"/>
              <a:defRPr/>
            </a:lvl4pPr>
            <a:lvl5pPr marL="2286000" lvl="4" indent="-342900" algn="l">
              <a:lnSpc>
                <a:spcPct val="120000"/>
              </a:lnSpc>
              <a:spcBef>
                <a:spcPts val="1533"/>
              </a:spcBef>
              <a:spcAft>
                <a:spcPts val="0"/>
              </a:spcAft>
              <a:buSzPts val="1800"/>
              <a:buChar char="•"/>
              <a:defRPr/>
            </a:lvl5pPr>
            <a:lvl6pPr marL="2743200" lvl="5" indent="-342900" algn="l">
              <a:lnSpc>
                <a:spcPct val="120000"/>
              </a:lnSpc>
              <a:spcBef>
                <a:spcPts val="1533"/>
              </a:spcBef>
              <a:spcAft>
                <a:spcPts val="0"/>
              </a:spcAft>
              <a:buSzPts val="1800"/>
              <a:buChar char="•"/>
              <a:defRPr/>
            </a:lvl6pPr>
            <a:lvl7pPr marL="3200400" lvl="6" indent="-342900" algn="l">
              <a:lnSpc>
                <a:spcPct val="120000"/>
              </a:lnSpc>
              <a:spcBef>
                <a:spcPts val="1533"/>
              </a:spcBef>
              <a:spcAft>
                <a:spcPts val="0"/>
              </a:spcAft>
              <a:buSzPts val="1800"/>
              <a:buChar char="•"/>
              <a:defRPr/>
            </a:lvl7pPr>
            <a:lvl8pPr marL="3657600" lvl="7" indent="-342900" algn="l">
              <a:lnSpc>
                <a:spcPct val="120000"/>
              </a:lnSpc>
              <a:spcBef>
                <a:spcPts val="1533"/>
              </a:spcBef>
              <a:spcAft>
                <a:spcPts val="0"/>
              </a:spcAft>
              <a:buSzPts val="1800"/>
              <a:buChar char="•"/>
              <a:defRPr/>
            </a:lvl8pPr>
            <a:lvl9pPr marL="4114800" lvl="8" indent="-342900" algn="l">
              <a:lnSpc>
                <a:spcPct val="120000"/>
              </a:lnSpc>
              <a:spcBef>
                <a:spcPts val="1533"/>
              </a:spcBef>
              <a:spcAft>
                <a:spcPts val="0"/>
              </a:spcAft>
              <a:buSzPts val="1800"/>
              <a:buChar char="•"/>
              <a:defRPr/>
            </a:lvl9pPr>
          </a:lstStyle>
          <a:p>
            <a:endParaRPr/>
          </a:p>
        </p:txBody>
      </p:sp>
      <p:sp>
        <p:nvSpPr>
          <p:cNvPr id="56" name="Google Shape;56;p7"/>
          <p:cNvSpPr txBox="1">
            <a:spLocks noGrp="1"/>
          </p:cNvSpPr>
          <p:nvPr>
            <p:ph type="body" idx="3"/>
          </p:nvPr>
        </p:nvSpPr>
        <p:spPr>
          <a:xfrm>
            <a:off x="23027123" y="7271122"/>
            <a:ext cx="17574494" cy="2085315"/>
          </a:xfrm>
          <a:prstGeom prst="rect">
            <a:avLst/>
          </a:prstGeom>
          <a:noFill/>
          <a:ln>
            <a:noFill/>
          </a:ln>
        </p:spPr>
        <p:txBody>
          <a:bodyPr spcFirstLastPara="1" wrap="square" lIns="91425" tIns="45700" rIns="91425" bIns="45700" anchor="b" anchorCtr="0">
            <a:noAutofit/>
          </a:bodyPr>
          <a:lstStyle>
            <a:lvl1pPr marL="457200" lvl="0" indent="-228600" algn="l">
              <a:lnSpc>
                <a:spcPct val="85000"/>
              </a:lnSpc>
              <a:spcBef>
                <a:spcPts val="3067"/>
              </a:spcBef>
              <a:spcAft>
                <a:spcPts val="0"/>
              </a:spcAft>
              <a:buSzPts val="7973"/>
              <a:buNone/>
              <a:defRPr sz="7973" b="0">
                <a:solidFill>
                  <a:schemeClr val="dk1"/>
                </a:solidFill>
              </a:defRPr>
            </a:lvl1pPr>
            <a:lvl2pPr marL="914400" lvl="1" indent="-228600" algn="l">
              <a:lnSpc>
                <a:spcPct val="120000"/>
              </a:lnSpc>
              <a:spcBef>
                <a:spcPts val="1533"/>
              </a:spcBef>
              <a:spcAft>
                <a:spcPts val="0"/>
              </a:spcAft>
              <a:buSzPts val="6133"/>
              <a:buNone/>
              <a:defRPr sz="6133" b="1"/>
            </a:lvl2pPr>
            <a:lvl3pPr marL="1371600" lvl="2" indent="-228600" algn="l">
              <a:lnSpc>
                <a:spcPct val="120000"/>
              </a:lnSpc>
              <a:spcBef>
                <a:spcPts val="1533"/>
              </a:spcBef>
              <a:spcAft>
                <a:spcPts val="0"/>
              </a:spcAft>
              <a:buSzPts val="5520"/>
              <a:buNone/>
              <a:defRPr sz="5520" b="1"/>
            </a:lvl3pPr>
            <a:lvl4pPr marL="1828800" lvl="3" indent="-228600" algn="l">
              <a:lnSpc>
                <a:spcPct val="120000"/>
              </a:lnSpc>
              <a:spcBef>
                <a:spcPts val="1533"/>
              </a:spcBef>
              <a:spcAft>
                <a:spcPts val="0"/>
              </a:spcAft>
              <a:buSzPts val="4907"/>
              <a:buNone/>
              <a:defRPr sz="4907" b="1"/>
            </a:lvl4pPr>
            <a:lvl5pPr marL="2286000" lvl="4" indent="-228600" algn="l">
              <a:lnSpc>
                <a:spcPct val="120000"/>
              </a:lnSpc>
              <a:spcBef>
                <a:spcPts val="1533"/>
              </a:spcBef>
              <a:spcAft>
                <a:spcPts val="0"/>
              </a:spcAft>
              <a:buSzPts val="4907"/>
              <a:buNone/>
              <a:defRPr sz="4907" b="1"/>
            </a:lvl5pPr>
            <a:lvl6pPr marL="2743200" lvl="5" indent="-228600" algn="l">
              <a:lnSpc>
                <a:spcPct val="120000"/>
              </a:lnSpc>
              <a:spcBef>
                <a:spcPts val="1533"/>
              </a:spcBef>
              <a:spcAft>
                <a:spcPts val="0"/>
              </a:spcAft>
              <a:buSzPts val="4907"/>
              <a:buNone/>
              <a:defRPr sz="4907" b="1"/>
            </a:lvl6pPr>
            <a:lvl7pPr marL="3200400" lvl="6" indent="-228600" algn="l">
              <a:lnSpc>
                <a:spcPct val="120000"/>
              </a:lnSpc>
              <a:spcBef>
                <a:spcPts val="1533"/>
              </a:spcBef>
              <a:spcAft>
                <a:spcPts val="0"/>
              </a:spcAft>
              <a:buSzPts val="4907"/>
              <a:buNone/>
              <a:defRPr sz="4907" b="1"/>
            </a:lvl7pPr>
            <a:lvl8pPr marL="3657600" lvl="7" indent="-228600" algn="l">
              <a:lnSpc>
                <a:spcPct val="120000"/>
              </a:lnSpc>
              <a:spcBef>
                <a:spcPts val="1533"/>
              </a:spcBef>
              <a:spcAft>
                <a:spcPts val="0"/>
              </a:spcAft>
              <a:buSzPts val="4907"/>
              <a:buNone/>
              <a:defRPr sz="4907" b="1"/>
            </a:lvl8pPr>
            <a:lvl9pPr marL="4114800" lvl="8" indent="-228600" algn="l">
              <a:lnSpc>
                <a:spcPct val="120000"/>
              </a:lnSpc>
              <a:spcBef>
                <a:spcPts val="1533"/>
              </a:spcBef>
              <a:spcAft>
                <a:spcPts val="0"/>
              </a:spcAft>
              <a:buSzPts val="4907"/>
              <a:buNone/>
              <a:defRPr sz="4907" b="1"/>
            </a:lvl9pPr>
          </a:lstStyle>
          <a:p>
            <a:endParaRPr/>
          </a:p>
        </p:txBody>
      </p:sp>
      <p:sp>
        <p:nvSpPr>
          <p:cNvPr id="57" name="Google Shape;57;p7"/>
          <p:cNvSpPr txBox="1">
            <a:spLocks noGrp="1"/>
          </p:cNvSpPr>
          <p:nvPr>
            <p:ph type="body" idx="4"/>
          </p:nvPr>
        </p:nvSpPr>
        <p:spPr>
          <a:xfrm>
            <a:off x="22219922" y="9356438"/>
            <a:ext cx="18379444" cy="840324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3067"/>
              </a:spcBef>
              <a:spcAft>
                <a:spcPts val="0"/>
              </a:spcAft>
              <a:buSzPts val="1800"/>
              <a:buChar char="•"/>
              <a:defRPr/>
            </a:lvl1pPr>
            <a:lvl2pPr marL="914400" lvl="1" indent="-342900" algn="l">
              <a:lnSpc>
                <a:spcPct val="120000"/>
              </a:lnSpc>
              <a:spcBef>
                <a:spcPts val="1533"/>
              </a:spcBef>
              <a:spcAft>
                <a:spcPts val="0"/>
              </a:spcAft>
              <a:buSzPts val="1800"/>
              <a:buChar char="•"/>
              <a:defRPr/>
            </a:lvl2pPr>
            <a:lvl3pPr marL="1371600" lvl="2" indent="-342900" algn="l">
              <a:lnSpc>
                <a:spcPct val="120000"/>
              </a:lnSpc>
              <a:spcBef>
                <a:spcPts val="1533"/>
              </a:spcBef>
              <a:spcAft>
                <a:spcPts val="0"/>
              </a:spcAft>
              <a:buSzPts val="1800"/>
              <a:buChar char="•"/>
              <a:defRPr/>
            </a:lvl3pPr>
            <a:lvl4pPr marL="1828800" lvl="3" indent="-342900" algn="l">
              <a:lnSpc>
                <a:spcPct val="120000"/>
              </a:lnSpc>
              <a:spcBef>
                <a:spcPts val="1533"/>
              </a:spcBef>
              <a:spcAft>
                <a:spcPts val="0"/>
              </a:spcAft>
              <a:buSzPts val="1800"/>
              <a:buChar char="•"/>
              <a:defRPr/>
            </a:lvl4pPr>
            <a:lvl5pPr marL="2286000" lvl="4" indent="-342900" algn="l">
              <a:lnSpc>
                <a:spcPct val="120000"/>
              </a:lnSpc>
              <a:spcBef>
                <a:spcPts val="1533"/>
              </a:spcBef>
              <a:spcAft>
                <a:spcPts val="0"/>
              </a:spcAft>
              <a:buSzPts val="1800"/>
              <a:buChar char="•"/>
              <a:defRPr/>
            </a:lvl5pPr>
            <a:lvl6pPr marL="2743200" lvl="5" indent="-342900" algn="l">
              <a:lnSpc>
                <a:spcPct val="120000"/>
              </a:lnSpc>
              <a:spcBef>
                <a:spcPts val="1533"/>
              </a:spcBef>
              <a:spcAft>
                <a:spcPts val="0"/>
              </a:spcAft>
              <a:buSzPts val="1800"/>
              <a:buChar char="•"/>
              <a:defRPr/>
            </a:lvl6pPr>
            <a:lvl7pPr marL="3200400" lvl="6" indent="-342900" algn="l">
              <a:lnSpc>
                <a:spcPct val="120000"/>
              </a:lnSpc>
              <a:spcBef>
                <a:spcPts val="1533"/>
              </a:spcBef>
              <a:spcAft>
                <a:spcPts val="0"/>
              </a:spcAft>
              <a:buSzPts val="1800"/>
              <a:buChar char="•"/>
              <a:defRPr/>
            </a:lvl7pPr>
            <a:lvl8pPr marL="3657600" lvl="7" indent="-342900" algn="l">
              <a:lnSpc>
                <a:spcPct val="120000"/>
              </a:lnSpc>
              <a:spcBef>
                <a:spcPts val="1533"/>
              </a:spcBef>
              <a:spcAft>
                <a:spcPts val="0"/>
              </a:spcAft>
              <a:buSzPts val="1800"/>
              <a:buChar char="•"/>
              <a:defRPr/>
            </a:lvl8pPr>
            <a:lvl9pPr marL="4114800" lvl="8" indent="-342900" algn="l">
              <a:lnSpc>
                <a:spcPct val="120000"/>
              </a:lnSpc>
              <a:spcBef>
                <a:spcPts val="1533"/>
              </a:spcBef>
              <a:spcAft>
                <a:spcPts val="0"/>
              </a:spcAft>
              <a:buSzPts val="1800"/>
              <a:buChar char="•"/>
              <a:defRPr/>
            </a:lvl9pPr>
          </a:lstStyle>
          <a:p>
            <a:endParaRPr/>
          </a:p>
        </p:txBody>
      </p:sp>
      <p:sp>
        <p:nvSpPr>
          <p:cNvPr id="58" name="Google Shape;58;p7"/>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1"/>
        <p:cNvGrpSpPr/>
        <p:nvPr/>
      </p:nvGrpSpPr>
      <p:grpSpPr>
        <a:xfrm>
          <a:off x="0" y="0"/>
          <a:ext cx="0" cy="0"/>
          <a:chOff x="0" y="0"/>
          <a:chExt cx="0" cy="0"/>
        </a:xfrm>
      </p:grpSpPr>
      <p:pic>
        <p:nvPicPr>
          <p:cNvPr id="62" name="Google Shape;62;p8"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63" name="Google Shape;63;p8"/>
          <p:cNvSpPr txBox="1">
            <a:spLocks noGrp="1"/>
          </p:cNvSpPr>
          <p:nvPr>
            <p:ph type="title"/>
          </p:nvPr>
        </p:nvSpPr>
        <p:spPr>
          <a:xfrm>
            <a:off x="3289592" y="1896787"/>
            <a:ext cx="37312024" cy="489494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8"/>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pic>
        <p:nvPicPr>
          <p:cNvPr id="68" name="Google Shape;68;p9"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69" name="Google Shape;69;p9"/>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9"/>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pic>
        <p:nvPicPr>
          <p:cNvPr id="73" name="Google Shape;73;p10"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74" name="Google Shape;74;p10"/>
          <p:cNvSpPr txBox="1">
            <a:spLocks noGrp="1"/>
          </p:cNvSpPr>
          <p:nvPr>
            <p:ph type="title"/>
          </p:nvPr>
        </p:nvSpPr>
        <p:spPr>
          <a:xfrm>
            <a:off x="3289590" y="1869440"/>
            <a:ext cx="14168477" cy="620463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0"/>
          <p:cNvSpPr txBox="1">
            <a:spLocks noGrp="1"/>
          </p:cNvSpPr>
          <p:nvPr>
            <p:ph type="body" idx="1"/>
          </p:nvPr>
        </p:nvSpPr>
        <p:spPr>
          <a:xfrm>
            <a:off x="18281025" y="1869442"/>
            <a:ext cx="22320587" cy="1589023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3067"/>
              </a:spcBef>
              <a:spcAft>
                <a:spcPts val="0"/>
              </a:spcAft>
              <a:buSzPts val="1800"/>
              <a:buChar char="•"/>
              <a:defRPr/>
            </a:lvl1pPr>
            <a:lvl2pPr marL="914400" lvl="1" indent="-342900" algn="l">
              <a:lnSpc>
                <a:spcPct val="120000"/>
              </a:lnSpc>
              <a:spcBef>
                <a:spcPts val="1533"/>
              </a:spcBef>
              <a:spcAft>
                <a:spcPts val="0"/>
              </a:spcAft>
              <a:buSzPts val="1800"/>
              <a:buChar char="•"/>
              <a:defRPr/>
            </a:lvl2pPr>
            <a:lvl3pPr marL="1371600" lvl="2" indent="-342900" algn="l">
              <a:lnSpc>
                <a:spcPct val="120000"/>
              </a:lnSpc>
              <a:spcBef>
                <a:spcPts val="1533"/>
              </a:spcBef>
              <a:spcAft>
                <a:spcPts val="0"/>
              </a:spcAft>
              <a:buSzPts val="1800"/>
              <a:buChar char="•"/>
              <a:defRPr/>
            </a:lvl3pPr>
            <a:lvl4pPr marL="1828800" lvl="3" indent="-342900" algn="l">
              <a:lnSpc>
                <a:spcPct val="120000"/>
              </a:lnSpc>
              <a:spcBef>
                <a:spcPts val="1533"/>
              </a:spcBef>
              <a:spcAft>
                <a:spcPts val="0"/>
              </a:spcAft>
              <a:buSzPts val="1800"/>
              <a:buChar char="•"/>
              <a:defRPr/>
            </a:lvl4pPr>
            <a:lvl5pPr marL="2286000" lvl="4" indent="-342900" algn="l">
              <a:lnSpc>
                <a:spcPct val="120000"/>
              </a:lnSpc>
              <a:spcBef>
                <a:spcPts val="1533"/>
              </a:spcBef>
              <a:spcAft>
                <a:spcPts val="0"/>
              </a:spcAft>
              <a:buSzPts val="1800"/>
              <a:buChar char="•"/>
              <a:defRPr/>
            </a:lvl5pPr>
            <a:lvl6pPr marL="2743200" lvl="5" indent="-342900" algn="l">
              <a:lnSpc>
                <a:spcPct val="120000"/>
              </a:lnSpc>
              <a:spcBef>
                <a:spcPts val="1533"/>
              </a:spcBef>
              <a:spcAft>
                <a:spcPts val="0"/>
              </a:spcAft>
              <a:buSzPts val="1800"/>
              <a:buChar char="•"/>
              <a:defRPr/>
            </a:lvl6pPr>
            <a:lvl7pPr marL="3200400" lvl="6" indent="-342900" algn="l">
              <a:lnSpc>
                <a:spcPct val="120000"/>
              </a:lnSpc>
              <a:spcBef>
                <a:spcPts val="1533"/>
              </a:spcBef>
              <a:spcAft>
                <a:spcPts val="0"/>
              </a:spcAft>
              <a:buSzPts val="1800"/>
              <a:buChar char="•"/>
              <a:defRPr/>
            </a:lvl7pPr>
            <a:lvl8pPr marL="3657600" lvl="7" indent="-342900" algn="l">
              <a:lnSpc>
                <a:spcPct val="120000"/>
              </a:lnSpc>
              <a:spcBef>
                <a:spcPts val="1533"/>
              </a:spcBef>
              <a:spcAft>
                <a:spcPts val="0"/>
              </a:spcAft>
              <a:buSzPts val="1800"/>
              <a:buChar char="•"/>
              <a:defRPr/>
            </a:lvl8pPr>
            <a:lvl9pPr marL="4114800" lvl="8" indent="-342900" algn="l">
              <a:lnSpc>
                <a:spcPct val="120000"/>
              </a:lnSpc>
              <a:spcBef>
                <a:spcPts val="1533"/>
              </a:spcBef>
              <a:spcAft>
                <a:spcPts val="0"/>
              </a:spcAft>
              <a:buSzPts val="1800"/>
              <a:buChar char="•"/>
              <a:defRPr/>
            </a:lvl9pPr>
          </a:lstStyle>
          <a:p>
            <a:endParaRPr/>
          </a:p>
        </p:txBody>
      </p:sp>
      <p:sp>
        <p:nvSpPr>
          <p:cNvPr id="76" name="Google Shape;76;p10"/>
          <p:cNvSpPr txBox="1">
            <a:spLocks noGrp="1"/>
          </p:cNvSpPr>
          <p:nvPr>
            <p:ph type="body" idx="2"/>
          </p:nvPr>
        </p:nvSpPr>
        <p:spPr>
          <a:xfrm>
            <a:off x="3289588" y="8074079"/>
            <a:ext cx="14168480" cy="9685601"/>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067"/>
              </a:spcBef>
              <a:spcAft>
                <a:spcPts val="0"/>
              </a:spcAft>
              <a:buSzPts val="4907"/>
              <a:buNone/>
              <a:defRPr sz="4907"/>
            </a:lvl1pPr>
            <a:lvl2pPr marL="914400" lvl="1" indent="-228600" algn="l">
              <a:lnSpc>
                <a:spcPct val="120000"/>
              </a:lnSpc>
              <a:spcBef>
                <a:spcPts val="1533"/>
              </a:spcBef>
              <a:spcAft>
                <a:spcPts val="0"/>
              </a:spcAft>
              <a:buSzPts val="4293"/>
              <a:buNone/>
              <a:defRPr sz="4293"/>
            </a:lvl2pPr>
            <a:lvl3pPr marL="1371600" lvl="2" indent="-228600" algn="l">
              <a:lnSpc>
                <a:spcPct val="120000"/>
              </a:lnSpc>
              <a:spcBef>
                <a:spcPts val="1533"/>
              </a:spcBef>
              <a:spcAft>
                <a:spcPts val="0"/>
              </a:spcAft>
              <a:buSzPts val="3680"/>
              <a:buNone/>
              <a:defRPr sz="3680"/>
            </a:lvl3pPr>
            <a:lvl4pPr marL="1828800" lvl="3" indent="-228600" algn="l">
              <a:lnSpc>
                <a:spcPct val="120000"/>
              </a:lnSpc>
              <a:spcBef>
                <a:spcPts val="1533"/>
              </a:spcBef>
              <a:spcAft>
                <a:spcPts val="0"/>
              </a:spcAft>
              <a:buSzPts val="3067"/>
              <a:buNone/>
              <a:defRPr sz="3067"/>
            </a:lvl4pPr>
            <a:lvl5pPr marL="2286000" lvl="4" indent="-228600" algn="l">
              <a:lnSpc>
                <a:spcPct val="120000"/>
              </a:lnSpc>
              <a:spcBef>
                <a:spcPts val="1533"/>
              </a:spcBef>
              <a:spcAft>
                <a:spcPts val="0"/>
              </a:spcAft>
              <a:buSzPts val="3067"/>
              <a:buNone/>
              <a:defRPr sz="3067"/>
            </a:lvl5pPr>
            <a:lvl6pPr marL="2743200" lvl="5" indent="-228600" algn="l">
              <a:lnSpc>
                <a:spcPct val="120000"/>
              </a:lnSpc>
              <a:spcBef>
                <a:spcPts val="1533"/>
              </a:spcBef>
              <a:spcAft>
                <a:spcPts val="0"/>
              </a:spcAft>
              <a:buSzPts val="3067"/>
              <a:buNone/>
              <a:defRPr sz="3067"/>
            </a:lvl6pPr>
            <a:lvl7pPr marL="3200400" lvl="6" indent="-228600" algn="l">
              <a:lnSpc>
                <a:spcPct val="120000"/>
              </a:lnSpc>
              <a:spcBef>
                <a:spcPts val="1533"/>
              </a:spcBef>
              <a:spcAft>
                <a:spcPts val="0"/>
              </a:spcAft>
              <a:buSzPts val="3067"/>
              <a:buNone/>
              <a:defRPr sz="3067"/>
            </a:lvl7pPr>
            <a:lvl8pPr marL="3657600" lvl="7" indent="-228600" algn="l">
              <a:lnSpc>
                <a:spcPct val="120000"/>
              </a:lnSpc>
              <a:spcBef>
                <a:spcPts val="1533"/>
              </a:spcBef>
              <a:spcAft>
                <a:spcPts val="0"/>
              </a:spcAft>
              <a:buSzPts val="3067"/>
              <a:buNone/>
              <a:defRPr sz="3067"/>
            </a:lvl8pPr>
            <a:lvl9pPr marL="4114800" lvl="8" indent="-228600" algn="l">
              <a:lnSpc>
                <a:spcPct val="120000"/>
              </a:lnSpc>
              <a:spcBef>
                <a:spcPts val="1533"/>
              </a:spcBef>
              <a:spcAft>
                <a:spcPts val="0"/>
              </a:spcAft>
              <a:buSzPts val="3067"/>
              <a:buNone/>
              <a:defRPr sz="3067"/>
            </a:lvl9pPr>
          </a:lstStyle>
          <a:p>
            <a:endParaRPr/>
          </a:p>
        </p:txBody>
      </p:sp>
      <p:sp>
        <p:nvSpPr>
          <p:cNvPr id="77" name="Google Shape;77;p10"/>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0"/>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pic>
        <p:nvPicPr>
          <p:cNvPr id="81" name="Google Shape;81;p11"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82" name="Google Shape;82;p11"/>
          <p:cNvSpPr txBox="1">
            <a:spLocks noGrp="1"/>
          </p:cNvSpPr>
          <p:nvPr>
            <p:ph type="title"/>
          </p:nvPr>
        </p:nvSpPr>
        <p:spPr>
          <a:xfrm>
            <a:off x="3289588" y="1869440"/>
            <a:ext cx="21365888" cy="6204646"/>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1"/>
          <p:cNvSpPr>
            <a:spLocks noGrp="1"/>
          </p:cNvSpPr>
          <p:nvPr>
            <p:ph type="pic" idx="2"/>
          </p:nvPr>
        </p:nvSpPr>
        <p:spPr>
          <a:xfrm>
            <a:off x="26729291" y="1869443"/>
            <a:ext cx="11719289" cy="15890240"/>
          </a:xfrm>
          <a:prstGeom prst="roundRect">
            <a:avLst>
              <a:gd name="adj" fmla="val 4943"/>
            </a:avLst>
          </a:prstGeom>
          <a:noFill/>
          <a:ln w="82550" cap="sq" cmpd="sng">
            <a:solidFill>
              <a:srgbClr val="EAEAEA"/>
            </a:solidFill>
            <a:prstDash val="solid"/>
            <a:miter lim="800000"/>
            <a:headEnd type="none" w="sm" len="sm"/>
            <a:tailEnd type="none" w="sm" len="sm"/>
          </a:ln>
        </p:spPr>
      </p:sp>
      <p:sp>
        <p:nvSpPr>
          <p:cNvPr id="84" name="Google Shape;84;p11"/>
          <p:cNvSpPr txBox="1">
            <a:spLocks noGrp="1"/>
          </p:cNvSpPr>
          <p:nvPr>
            <p:ph type="body" idx="1"/>
          </p:nvPr>
        </p:nvSpPr>
        <p:spPr>
          <a:xfrm>
            <a:off x="3289660" y="8074081"/>
            <a:ext cx="21365816" cy="9685597"/>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067"/>
              </a:spcBef>
              <a:spcAft>
                <a:spcPts val="0"/>
              </a:spcAft>
              <a:buSzPts val="4907"/>
              <a:buNone/>
              <a:defRPr sz="4907"/>
            </a:lvl1pPr>
            <a:lvl2pPr marL="914400" lvl="1" indent="-228600" algn="l">
              <a:lnSpc>
                <a:spcPct val="120000"/>
              </a:lnSpc>
              <a:spcBef>
                <a:spcPts val="1533"/>
              </a:spcBef>
              <a:spcAft>
                <a:spcPts val="0"/>
              </a:spcAft>
              <a:buSzPts val="4293"/>
              <a:buNone/>
              <a:defRPr sz="4293"/>
            </a:lvl2pPr>
            <a:lvl3pPr marL="1371600" lvl="2" indent="-228600" algn="l">
              <a:lnSpc>
                <a:spcPct val="120000"/>
              </a:lnSpc>
              <a:spcBef>
                <a:spcPts val="1533"/>
              </a:spcBef>
              <a:spcAft>
                <a:spcPts val="0"/>
              </a:spcAft>
              <a:buSzPts val="3680"/>
              <a:buNone/>
              <a:defRPr sz="3680"/>
            </a:lvl3pPr>
            <a:lvl4pPr marL="1828800" lvl="3" indent="-228600" algn="l">
              <a:lnSpc>
                <a:spcPct val="120000"/>
              </a:lnSpc>
              <a:spcBef>
                <a:spcPts val="1533"/>
              </a:spcBef>
              <a:spcAft>
                <a:spcPts val="0"/>
              </a:spcAft>
              <a:buSzPts val="3067"/>
              <a:buNone/>
              <a:defRPr sz="3067"/>
            </a:lvl4pPr>
            <a:lvl5pPr marL="2286000" lvl="4" indent="-228600" algn="l">
              <a:lnSpc>
                <a:spcPct val="120000"/>
              </a:lnSpc>
              <a:spcBef>
                <a:spcPts val="1533"/>
              </a:spcBef>
              <a:spcAft>
                <a:spcPts val="0"/>
              </a:spcAft>
              <a:buSzPts val="3067"/>
              <a:buNone/>
              <a:defRPr sz="3067"/>
            </a:lvl5pPr>
            <a:lvl6pPr marL="2743200" lvl="5" indent="-228600" algn="l">
              <a:lnSpc>
                <a:spcPct val="120000"/>
              </a:lnSpc>
              <a:spcBef>
                <a:spcPts val="1533"/>
              </a:spcBef>
              <a:spcAft>
                <a:spcPts val="0"/>
              </a:spcAft>
              <a:buSzPts val="3067"/>
              <a:buNone/>
              <a:defRPr sz="3067"/>
            </a:lvl6pPr>
            <a:lvl7pPr marL="3200400" lvl="6" indent="-228600" algn="l">
              <a:lnSpc>
                <a:spcPct val="120000"/>
              </a:lnSpc>
              <a:spcBef>
                <a:spcPts val="1533"/>
              </a:spcBef>
              <a:spcAft>
                <a:spcPts val="0"/>
              </a:spcAft>
              <a:buSzPts val="3067"/>
              <a:buNone/>
              <a:defRPr sz="3067"/>
            </a:lvl7pPr>
            <a:lvl8pPr marL="3657600" lvl="7" indent="-228600" algn="l">
              <a:lnSpc>
                <a:spcPct val="120000"/>
              </a:lnSpc>
              <a:spcBef>
                <a:spcPts val="1533"/>
              </a:spcBef>
              <a:spcAft>
                <a:spcPts val="0"/>
              </a:spcAft>
              <a:buSzPts val="3067"/>
              <a:buNone/>
              <a:defRPr sz="3067"/>
            </a:lvl8pPr>
            <a:lvl9pPr marL="4114800" lvl="8" indent="-228600" algn="l">
              <a:lnSpc>
                <a:spcPct val="120000"/>
              </a:lnSpc>
              <a:spcBef>
                <a:spcPts val="1533"/>
              </a:spcBef>
              <a:spcAft>
                <a:spcPts val="0"/>
              </a:spcAft>
              <a:buSzPts val="3067"/>
              <a:buNone/>
              <a:defRPr sz="3067"/>
            </a:lvl9pPr>
          </a:lstStyle>
          <a:p>
            <a:endParaRPr/>
          </a:p>
        </p:txBody>
      </p:sp>
      <p:sp>
        <p:nvSpPr>
          <p:cNvPr id="85" name="Google Shape;85;p11"/>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1"/>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8"/>
        <p:cNvGrpSpPr/>
        <p:nvPr/>
      </p:nvGrpSpPr>
      <p:grpSpPr>
        <a:xfrm>
          <a:off x="0" y="0"/>
          <a:ext cx="0" cy="0"/>
          <a:chOff x="0" y="0"/>
          <a:chExt cx="0" cy="0"/>
        </a:xfrm>
      </p:grpSpPr>
      <p:pic>
        <p:nvPicPr>
          <p:cNvPr id="89" name="Google Shape;89;p12"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90" name="Google Shape;90;p12"/>
          <p:cNvSpPr txBox="1">
            <a:spLocks noGrp="1"/>
          </p:cNvSpPr>
          <p:nvPr>
            <p:ph type="title"/>
          </p:nvPr>
        </p:nvSpPr>
        <p:spPr>
          <a:xfrm>
            <a:off x="3289659" y="13154080"/>
            <a:ext cx="37311955" cy="24889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12"/>
          <p:cNvSpPr>
            <a:spLocks noGrp="1"/>
          </p:cNvSpPr>
          <p:nvPr>
            <p:ph type="pic" idx="2"/>
          </p:nvPr>
        </p:nvSpPr>
        <p:spPr>
          <a:xfrm>
            <a:off x="4265079" y="2141334"/>
            <a:ext cx="35361115" cy="9856684"/>
          </a:xfrm>
          <a:prstGeom prst="roundRect">
            <a:avLst>
              <a:gd name="adj" fmla="val 4944"/>
            </a:avLst>
          </a:prstGeom>
          <a:noFill/>
          <a:ln w="82550" cap="sq" cmpd="sng">
            <a:solidFill>
              <a:srgbClr val="EAEAEA"/>
            </a:solidFill>
            <a:prstDash val="solid"/>
            <a:miter lim="800000"/>
            <a:headEnd type="none" w="sm" len="sm"/>
            <a:tailEnd type="none" w="sm" len="sm"/>
          </a:ln>
        </p:spPr>
      </p:sp>
      <p:sp>
        <p:nvSpPr>
          <p:cNvPr id="92" name="Google Shape;92;p12"/>
          <p:cNvSpPr txBox="1">
            <a:spLocks noGrp="1"/>
          </p:cNvSpPr>
          <p:nvPr>
            <p:ph type="body" idx="1"/>
          </p:nvPr>
        </p:nvSpPr>
        <p:spPr>
          <a:xfrm>
            <a:off x="3289587" y="15666766"/>
            <a:ext cx="37312027" cy="2092914"/>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067"/>
              </a:spcBef>
              <a:spcAft>
                <a:spcPts val="0"/>
              </a:spcAft>
              <a:buSzPts val="4907"/>
              <a:buNone/>
              <a:defRPr sz="4907"/>
            </a:lvl1pPr>
            <a:lvl2pPr marL="914400" lvl="1" indent="-228600" algn="l">
              <a:lnSpc>
                <a:spcPct val="120000"/>
              </a:lnSpc>
              <a:spcBef>
                <a:spcPts val="1533"/>
              </a:spcBef>
              <a:spcAft>
                <a:spcPts val="0"/>
              </a:spcAft>
              <a:buSzPts val="4293"/>
              <a:buNone/>
              <a:defRPr sz="4293"/>
            </a:lvl2pPr>
            <a:lvl3pPr marL="1371600" lvl="2" indent="-228600" algn="l">
              <a:lnSpc>
                <a:spcPct val="120000"/>
              </a:lnSpc>
              <a:spcBef>
                <a:spcPts val="1533"/>
              </a:spcBef>
              <a:spcAft>
                <a:spcPts val="0"/>
              </a:spcAft>
              <a:buSzPts val="3680"/>
              <a:buNone/>
              <a:defRPr sz="3680"/>
            </a:lvl3pPr>
            <a:lvl4pPr marL="1828800" lvl="3" indent="-228600" algn="l">
              <a:lnSpc>
                <a:spcPct val="120000"/>
              </a:lnSpc>
              <a:spcBef>
                <a:spcPts val="1533"/>
              </a:spcBef>
              <a:spcAft>
                <a:spcPts val="0"/>
              </a:spcAft>
              <a:buSzPts val="3067"/>
              <a:buNone/>
              <a:defRPr sz="3067"/>
            </a:lvl4pPr>
            <a:lvl5pPr marL="2286000" lvl="4" indent="-228600" algn="l">
              <a:lnSpc>
                <a:spcPct val="120000"/>
              </a:lnSpc>
              <a:spcBef>
                <a:spcPts val="1533"/>
              </a:spcBef>
              <a:spcAft>
                <a:spcPts val="0"/>
              </a:spcAft>
              <a:buSzPts val="3067"/>
              <a:buNone/>
              <a:defRPr sz="3067"/>
            </a:lvl5pPr>
            <a:lvl6pPr marL="2743200" lvl="5" indent="-228600" algn="l">
              <a:lnSpc>
                <a:spcPct val="120000"/>
              </a:lnSpc>
              <a:spcBef>
                <a:spcPts val="1533"/>
              </a:spcBef>
              <a:spcAft>
                <a:spcPts val="0"/>
              </a:spcAft>
              <a:buSzPts val="3067"/>
              <a:buNone/>
              <a:defRPr sz="3067"/>
            </a:lvl6pPr>
            <a:lvl7pPr marL="3200400" lvl="6" indent="-228600" algn="l">
              <a:lnSpc>
                <a:spcPct val="120000"/>
              </a:lnSpc>
              <a:spcBef>
                <a:spcPts val="1533"/>
              </a:spcBef>
              <a:spcAft>
                <a:spcPts val="0"/>
              </a:spcAft>
              <a:buSzPts val="3067"/>
              <a:buNone/>
              <a:defRPr sz="3067"/>
            </a:lvl7pPr>
            <a:lvl8pPr marL="3657600" lvl="7" indent="-228600" algn="l">
              <a:lnSpc>
                <a:spcPct val="120000"/>
              </a:lnSpc>
              <a:spcBef>
                <a:spcPts val="1533"/>
              </a:spcBef>
              <a:spcAft>
                <a:spcPts val="0"/>
              </a:spcAft>
              <a:buSzPts val="3067"/>
              <a:buNone/>
              <a:defRPr sz="3067"/>
            </a:lvl8pPr>
            <a:lvl9pPr marL="4114800" lvl="8" indent="-228600" algn="l">
              <a:lnSpc>
                <a:spcPct val="120000"/>
              </a:lnSpc>
              <a:spcBef>
                <a:spcPts val="1533"/>
              </a:spcBef>
              <a:spcAft>
                <a:spcPts val="0"/>
              </a:spcAft>
              <a:buSzPts val="3067"/>
              <a:buNone/>
              <a:defRPr sz="3067"/>
            </a:lvl9pPr>
          </a:lstStyle>
          <a:p>
            <a:endParaRPr/>
          </a:p>
        </p:txBody>
      </p:sp>
      <p:sp>
        <p:nvSpPr>
          <p:cNvPr id="93" name="Google Shape;93;p12"/>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2"/>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2"/>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6"/>
        <p:cNvGrpSpPr/>
        <p:nvPr/>
      </p:nvGrpSpPr>
      <p:grpSpPr>
        <a:xfrm>
          <a:off x="0" y="0"/>
          <a:ext cx="0" cy="0"/>
          <a:chOff x="0" y="0"/>
          <a:chExt cx="0" cy="0"/>
        </a:xfrm>
      </p:grpSpPr>
      <p:pic>
        <p:nvPicPr>
          <p:cNvPr id="97" name="Google Shape;97;p13"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98" name="Google Shape;98;p13"/>
          <p:cNvSpPr txBox="1">
            <a:spLocks noGrp="1"/>
          </p:cNvSpPr>
          <p:nvPr>
            <p:ph type="title"/>
          </p:nvPr>
        </p:nvSpPr>
        <p:spPr>
          <a:xfrm>
            <a:off x="3289587" y="1869438"/>
            <a:ext cx="37312027" cy="1051021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13"/>
          <p:cNvSpPr txBox="1">
            <a:spLocks noGrp="1"/>
          </p:cNvSpPr>
          <p:nvPr>
            <p:ph type="body" idx="1"/>
          </p:nvPr>
        </p:nvSpPr>
        <p:spPr>
          <a:xfrm>
            <a:off x="3289590" y="12894784"/>
            <a:ext cx="37312027" cy="4864899"/>
          </a:xfrm>
          <a:prstGeom prst="rect">
            <a:avLst/>
          </a:prstGeom>
          <a:noFill/>
          <a:ln>
            <a:noFill/>
          </a:ln>
        </p:spPr>
        <p:txBody>
          <a:bodyPr spcFirstLastPara="1" wrap="square" lIns="91425" tIns="45700" rIns="91425" bIns="45700" anchor="ctr" anchorCtr="0">
            <a:normAutofit/>
          </a:bodyPr>
          <a:lstStyle>
            <a:lvl1pPr marL="457200" lvl="0" indent="-228600" algn="ctr">
              <a:lnSpc>
                <a:spcPct val="120000"/>
              </a:lnSpc>
              <a:spcBef>
                <a:spcPts val="3067"/>
              </a:spcBef>
              <a:spcAft>
                <a:spcPts val="0"/>
              </a:spcAft>
              <a:buSzPts val="4907"/>
              <a:buNone/>
              <a:defRPr sz="4907"/>
            </a:lvl1pPr>
            <a:lvl2pPr marL="914400" lvl="1" indent="-228600" algn="l">
              <a:lnSpc>
                <a:spcPct val="120000"/>
              </a:lnSpc>
              <a:spcBef>
                <a:spcPts val="1533"/>
              </a:spcBef>
              <a:spcAft>
                <a:spcPts val="0"/>
              </a:spcAft>
              <a:buSzPts val="4293"/>
              <a:buNone/>
              <a:defRPr sz="4293"/>
            </a:lvl2pPr>
            <a:lvl3pPr marL="1371600" lvl="2" indent="-228600" algn="l">
              <a:lnSpc>
                <a:spcPct val="120000"/>
              </a:lnSpc>
              <a:spcBef>
                <a:spcPts val="1533"/>
              </a:spcBef>
              <a:spcAft>
                <a:spcPts val="0"/>
              </a:spcAft>
              <a:buSzPts val="3680"/>
              <a:buNone/>
              <a:defRPr sz="3680"/>
            </a:lvl3pPr>
            <a:lvl4pPr marL="1828800" lvl="3" indent="-228600" algn="l">
              <a:lnSpc>
                <a:spcPct val="120000"/>
              </a:lnSpc>
              <a:spcBef>
                <a:spcPts val="1533"/>
              </a:spcBef>
              <a:spcAft>
                <a:spcPts val="0"/>
              </a:spcAft>
              <a:buSzPts val="3067"/>
              <a:buNone/>
              <a:defRPr sz="3067"/>
            </a:lvl4pPr>
            <a:lvl5pPr marL="2286000" lvl="4" indent="-228600" algn="l">
              <a:lnSpc>
                <a:spcPct val="120000"/>
              </a:lnSpc>
              <a:spcBef>
                <a:spcPts val="1533"/>
              </a:spcBef>
              <a:spcAft>
                <a:spcPts val="0"/>
              </a:spcAft>
              <a:buSzPts val="3067"/>
              <a:buNone/>
              <a:defRPr sz="3067"/>
            </a:lvl5pPr>
            <a:lvl6pPr marL="2743200" lvl="5" indent="-228600" algn="l">
              <a:lnSpc>
                <a:spcPct val="120000"/>
              </a:lnSpc>
              <a:spcBef>
                <a:spcPts val="1533"/>
              </a:spcBef>
              <a:spcAft>
                <a:spcPts val="0"/>
              </a:spcAft>
              <a:buSzPts val="3067"/>
              <a:buNone/>
              <a:defRPr sz="3067"/>
            </a:lvl6pPr>
            <a:lvl7pPr marL="3200400" lvl="6" indent="-228600" algn="l">
              <a:lnSpc>
                <a:spcPct val="120000"/>
              </a:lnSpc>
              <a:spcBef>
                <a:spcPts val="1533"/>
              </a:spcBef>
              <a:spcAft>
                <a:spcPts val="0"/>
              </a:spcAft>
              <a:buSzPts val="3067"/>
              <a:buNone/>
              <a:defRPr sz="3067"/>
            </a:lvl7pPr>
            <a:lvl8pPr marL="3657600" lvl="7" indent="-228600" algn="l">
              <a:lnSpc>
                <a:spcPct val="120000"/>
              </a:lnSpc>
              <a:spcBef>
                <a:spcPts val="1533"/>
              </a:spcBef>
              <a:spcAft>
                <a:spcPts val="0"/>
              </a:spcAft>
              <a:buSzPts val="3067"/>
              <a:buNone/>
              <a:defRPr sz="3067"/>
            </a:lvl8pPr>
            <a:lvl9pPr marL="4114800" lvl="8" indent="-228600" algn="l">
              <a:lnSpc>
                <a:spcPct val="120000"/>
              </a:lnSpc>
              <a:spcBef>
                <a:spcPts val="1533"/>
              </a:spcBef>
              <a:spcAft>
                <a:spcPts val="0"/>
              </a:spcAft>
              <a:buSzPts val="3067"/>
              <a:buNone/>
              <a:defRPr sz="3067"/>
            </a:lvl9pPr>
          </a:lstStyle>
          <a:p>
            <a:endParaRPr/>
          </a:p>
        </p:txBody>
      </p:sp>
      <p:sp>
        <p:nvSpPr>
          <p:cNvPr id="100" name="Google Shape;100;p13"/>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3"/>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3"/>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3"/>
        <p:cNvGrpSpPr/>
        <p:nvPr/>
      </p:nvGrpSpPr>
      <p:grpSpPr>
        <a:xfrm>
          <a:off x="0" y="0"/>
          <a:ext cx="0" cy="0"/>
          <a:chOff x="0" y="0"/>
          <a:chExt cx="0" cy="0"/>
        </a:xfrm>
      </p:grpSpPr>
      <p:pic>
        <p:nvPicPr>
          <p:cNvPr id="104" name="Google Shape;104;p14"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105" name="Google Shape;105;p14"/>
          <p:cNvSpPr txBox="1">
            <a:spLocks noGrp="1"/>
          </p:cNvSpPr>
          <p:nvPr>
            <p:ph type="title"/>
          </p:nvPr>
        </p:nvSpPr>
        <p:spPr>
          <a:xfrm>
            <a:off x="5206363" y="1869440"/>
            <a:ext cx="33489907" cy="9178239"/>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14"/>
          <p:cNvSpPr txBox="1">
            <a:spLocks noGrp="1"/>
          </p:cNvSpPr>
          <p:nvPr>
            <p:ph type="body" idx="1"/>
          </p:nvPr>
        </p:nvSpPr>
        <p:spPr>
          <a:xfrm>
            <a:off x="6194320" y="11070765"/>
            <a:ext cx="31508276" cy="1824017"/>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3067"/>
              </a:spcBef>
              <a:spcAft>
                <a:spcPts val="0"/>
              </a:spcAft>
              <a:buSzPts val="4293"/>
              <a:buNone/>
              <a:defRPr sz="4293"/>
            </a:lvl1pPr>
            <a:lvl2pPr marL="914400" lvl="1" indent="-228600" algn="l">
              <a:lnSpc>
                <a:spcPct val="120000"/>
              </a:lnSpc>
              <a:spcBef>
                <a:spcPts val="1533"/>
              </a:spcBef>
              <a:spcAft>
                <a:spcPts val="0"/>
              </a:spcAft>
              <a:buSzPts val="4293"/>
              <a:buNone/>
              <a:defRPr sz="4293"/>
            </a:lvl2pPr>
            <a:lvl3pPr marL="1371600" lvl="2" indent="-228600" algn="l">
              <a:lnSpc>
                <a:spcPct val="120000"/>
              </a:lnSpc>
              <a:spcBef>
                <a:spcPts val="1533"/>
              </a:spcBef>
              <a:spcAft>
                <a:spcPts val="0"/>
              </a:spcAft>
              <a:buSzPts val="3680"/>
              <a:buNone/>
              <a:defRPr sz="3680"/>
            </a:lvl3pPr>
            <a:lvl4pPr marL="1828800" lvl="3" indent="-228600" algn="l">
              <a:lnSpc>
                <a:spcPct val="120000"/>
              </a:lnSpc>
              <a:spcBef>
                <a:spcPts val="1533"/>
              </a:spcBef>
              <a:spcAft>
                <a:spcPts val="0"/>
              </a:spcAft>
              <a:buSzPts val="3067"/>
              <a:buNone/>
              <a:defRPr sz="3067"/>
            </a:lvl4pPr>
            <a:lvl5pPr marL="2286000" lvl="4" indent="-228600" algn="l">
              <a:lnSpc>
                <a:spcPct val="120000"/>
              </a:lnSpc>
              <a:spcBef>
                <a:spcPts val="1533"/>
              </a:spcBef>
              <a:spcAft>
                <a:spcPts val="0"/>
              </a:spcAft>
              <a:buSzPts val="3067"/>
              <a:buNone/>
              <a:defRPr sz="3067"/>
            </a:lvl5pPr>
            <a:lvl6pPr marL="2743200" lvl="5" indent="-228600" algn="l">
              <a:lnSpc>
                <a:spcPct val="120000"/>
              </a:lnSpc>
              <a:spcBef>
                <a:spcPts val="1533"/>
              </a:spcBef>
              <a:spcAft>
                <a:spcPts val="0"/>
              </a:spcAft>
              <a:buSzPts val="3067"/>
              <a:buNone/>
              <a:defRPr sz="3067"/>
            </a:lvl6pPr>
            <a:lvl7pPr marL="3200400" lvl="6" indent="-228600" algn="l">
              <a:lnSpc>
                <a:spcPct val="120000"/>
              </a:lnSpc>
              <a:spcBef>
                <a:spcPts val="1533"/>
              </a:spcBef>
              <a:spcAft>
                <a:spcPts val="0"/>
              </a:spcAft>
              <a:buSzPts val="3067"/>
              <a:buNone/>
              <a:defRPr sz="3067"/>
            </a:lvl7pPr>
            <a:lvl8pPr marL="3657600" lvl="7" indent="-228600" algn="l">
              <a:lnSpc>
                <a:spcPct val="120000"/>
              </a:lnSpc>
              <a:spcBef>
                <a:spcPts val="1533"/>
              </a:spcBef>
              <a:spcAft>
                <a:spcPts val="0"/>
              </a:spcAft>
              <a:buSzPts val="3067"/>
              <a:buNone/>
              <a:defRPr sz="3067"/>
            </a:lvl8pPr>
            <a:lvl9pPr marL="4114800" lvl="8" indent="-228600" algn="l">
              <a:lnSpc>
                <a:spcPct val="120000"/>
              </a:lnSpc>
              <a:spcBef>
                <a:spcPts val="1533"/>
              </a:spcBef>
              <a:spcAft>
                <a:spcPts val="0"/>
              </a:spcAft>
              <a:buSzPts val="3067"/>
              <a:buNone/>
              <a:defRPr sz="3067"/>
            </a:lvl9pPr>
          </a:lstStyle>
          <a:p>
            <a:endParaRPr/>
          </a:p>
        </p:txBody>
      </p:sp>
      <p:sp>
        <p:nvSpPr>
          <p:cNvPr id="107" name="Google Shape;107;p14"/>
          <p:cNvSpPr txBox="1">
            <a:spLocks noGrp="1"/>
          </p:cNvSpPr>
          <p:nvPr>
            <p:ph type="body" idx="2"/>
          </p:nvPr>
        </p:nvSpPr>
        <p:spPr>
          <a:xfrm>
            <a:off x="3289587" y="13409909"/>
            <a:ext cx="37312027" cy="4357896"/>
          </a:xfrm>
          <a:prstGeom prst="rect">
            <a:avLst/>
          </a:prstGeom>
          <a:noFill/>
          <a:ln>
            <a:noFill/>
          </a:ln>
        </p:spPr>
        <p:txBody>
          <a:bodyPr spcFirstLastPara="1" wrap="square" lIns="91425" tIns="45700" rIns="91425" bIns="45700" anchor="ctr" anchorCtr="0">
            <a:normAutofit/>
          </a:bodyPr>
          <a:lstStyle>
            <a:lvl1pPr marL="457200" lvl="0" indent="-228600" algn="ctr">
              <a:lnSpc>
                <a:spcPct val="120000"/>
              </a:lnSpc>
              <a:spcBef>
                <a:spcPts val="3067"/>
              </a:spcBef>
              <a:spcAft>
                <a:spcPts val="0"/>
              </a:spcAft>
              <a:buSzPts val="4907"/>
              <a:buNone/>
              <a:defRPr sz="4907"/>
            </a:lvl1pPr>
            <a:lvl2pPr marL="914400" lvl="1" indent="-228600" algn="l">
              <a:lnSpc>
                <a:spcPct val="120000"/>
              </a:lnSpc>
              <a:spcBef>
                <a:spcPts val="1533"/>
              </a:spcBef>
              <a:spcAft>
                <a:spcPts val="0"/>
              </a:spcAft>
              <a:buSzPts val="4293"/>
              <a:buNone/>
              <a:defRPr sz="4293"/>
            </a:lvl2pPr>
            <a:lvl3pPr marL="1371600" lvl="2" indent="-228600" algn="l">
              <a:lnSpc>
                <a:spcPct val="120000"/>
              </a:lnSpc>
              <a:spcBef>
                <a:spcPts val="1533"/>
              </a:spcBef>
              <a:spcAft>
                <a:spcPts val="0"/>
              </a:spcAft>
              <a:buSzPts val="3680"/>
              <a:buNone/>
              <a:defRPr sz="3680"/>
            </a:lvl3pPr>
            <a:lvl4pPr marL="1828800" lvl="3" indent="-228600" algn="l">
              <a:lnSpc>
                <a:spcPct val="120000"/>
              </a:lnSpc>
              <a:spcBef>
                <a:spcPts val="1533"/>
              </a:spcBef>
              <a:spcAft>
                <a:spcPts val="0"/>
              </a:spcAft>
              <a:buSzPts val="3067"/>
              <a:buNone/>
              <a:defRPr sz="3067"/>
            </a:lvl4pPr>
            <a:lvl5pPr marL="2286000" lvl="4" indent="-228600" algn="l">
              <a:lnSpc>
                <a:spcPct val="120000"/>
              </a:lnSpc>
              <a:spcBef>
                <a:spcPts val="1533"/>
              </a:spcBef>
              <a:spcAft>
                <a:spcPts val="0"/>
              </a:spcAft>
              <a:buSzPts val="3067"/>
              <a:buNone/>
              <a:defRPr sz="3067"/>
            </a:lvl5pPr>
            <a:lvl6pPr marL="2743200" lvl="5" indent="-228600" algn="l">
              <a:lnSpc>
                <a:spcPct val="120000"/>
              </a:lnSpc>
              <a:spcBef>
                <a:spcPts val="1533"/>
              </a:spcBef>
              <a:spcAft>
                <a:spcPts val="0"/>
              </a:spcAft>
              <a:buSzPts val="3067"/>
              <a:buNone/>
              <a:defRPr sz="3067"/>
            </a:lvl6pPr>
            <a:lvl7pPr marL="3200400" lvl="6" indent="-228600" algn="l">
              <a:lnSpc>
                <a:spcPct val="120000"/>
              </a:lnSpc>
              <a:spcBef>
                <a:spcPts val="1533"/>
              </a:spcBef>
              <a:spcAft>
                <a:spcPts val="0"/>
              </a:spcAft>
              <a:buSzPts val="3067"/>
              <a:buNone/>
              <a:defRPr sz="3067"/>
            </a:lvl7pPr>
            <a:lvl8pPr marL="3657600" lvl="7" indent="-228600" algn="l">
              <a:lnSpc>
                <a:spcPct val="120000"/>
              </a:lnSpc>
              <a:spcBef>
                <a:spcPts val="1533"/>
              </a:spcBef>
              <a:spcAft>
                <a:spcPts val="0"/>
              </a:spcAft>
              <a:buSzPts val="3067"/>
              <a:buNone/>
              <a:defRPr sz="3067"/>
            </a:lvl8pPr>
            <a:lvl9pPr marL="4114800" lvl="8" indent="-228600" algn="l">
              <a:lnSpc>
                <a:spcPct val="120000"/>
              </a:lnSpc>
              <a:spcBef>
                <a:spcPts val="1533"/>
              </a:spcBef>
              <a:spcAft>
                <a:spcPts val="0"/>
              </a:spcAft>
              <a:buSzPts val="3067"/>
              <a:buNone/>
              <a:defRPr sz="3067"/>
            </a:lvl9pPr>
          </a:lstStyle>
          <a:p>
            <a:endParaRPr/>
          </a:p>
        </p:txBody>
      </p:sp>
      <p:sp>
        <p:nvSpPr>
          <p:cNvPr id="108" name="Google Shape;108;p14"/>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4"/>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4"/>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1" name="Google Shape;111;p14"/>
          <p:cNvSpPr txBox="1"/>
          <p:nvPr/>
        </p:nvSpPr>
        <p:spPr>
          <a:xfrm>
            <a:off x="3605357" y="2312776"/>
            <a:ext cx="2194560" cy="1793313"/>
          </a:xfrm>
          <a:prstGeom prst="rect">
            <a:avLst/>
          </a:prstGeom>
          <a:noFill/>
          <a:ln>
            <a:noFill/>
          </a:ln>
        </p:spPr>
        <p:txBody>
          <a:bodyPr spcFirstLastPara="1" wrap="square" lIns="280400" tIns="140200" rIns="280400" bIns="140200" anchor="ctr" anchorCtr="0">
            <a:noAutofit/>
          </a:bodyPr>
          <a:lstStyle/>
          <a:p>
            <a:pPr marL="0" marR="0" lvl="0" indent="0" algn="l" rtl="0">
              <a:spcBef>
                <a:spcPts val="0"/>
              </a:spcBef>
              <a:spcAft>
                <a:spcPts val="0"/>
              </a:spcAft>
              <a:buClr>
                <a:schemeClr val="dk1"/>
              </a:buClr>
              <a:buSzPts val="24534"/>
              <a:buFont typeface="Twentieth Century"/>
              <a:buNone/>
            </a:pPr>
            <a:r>
              <a:rPr lang="en-US" sz="24534" b="0" cap="none">
                <a:solidFill>
                  <a:schemeClr val="dk1"/>
                </a:solidFill>
                <a:latin typeface="Twentieth Century"/>
                <a:ea typeface="Twentieth Century"/>
                <a:cs typeface="Twentieth Century"/>
                <a:sym typeface="Twentieth Century"/>
              </a:rPr>
              <a:t>“</a:t>
            </a:r>
            <a:endParaRPr/>
          </a:p>
        </p:txBody>
      </p:sp>
      <p:sp>
        <p:nvSpPr>
          <p:cNvPr id="112" name="Google Shape;112;p14"/>
          <p:cNvSpPr txBox="1"/>
          <p:nvPr/>
        </p:nvSpPr>
        <p:spPr>
          <a:xfrm>
            <a:off x="38007209" y="9180306"/>
            <a:ext cx="2194560" cy="1793313"/>
          </a:xfrm>
          <a:prstGeom prst="rect">
            <a:avLst/>
          </a:prstGeom>
          <a:noFill/>
          <a:ln>
            <a:noFill/>
          </a:ln>
        </p:spPr>
        <p:txBody>
          <a:bodyPr spcFirstLastPara="1" wrap="square" lIns="280400" tIns="140200" rIns="280400" bIns="140200" anchor="ctr" anchorCtr="0">
            <a:noAutofit/>
          </a:bodyPr>
          <a:lstStyle/>
          <a:p>
            <a:pPr marL="0" marR="0" lvl="0" indent="0" algn="r" rtl="0">
              <a:spcBef>
                <a:spcPts val="0"/>
              </a:spcBef>
              <a:spcAft>
                <a:spcPts val="0"/>
              </a:spcAft>
              <a:buClr>
                <a:schemeClr val="dk1"/>
              </a:buClr>
              <a:buSzPts val="24534"/>
              <a:buFont typeface="Twentieth Century"/>
              <a:buNone/>
            </a:pPr>
            <a:r>
              <a:rPr lang="en-US" sz="24534" b="0" cap="none">
                <a:solidFill>
                  <a:schemeClr val="dk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13"/>
        <p:cNvGrpSpPr/>
        <p:nvPr/>
      </p:nvGrpSpPr>
      <p:grpSpPr>
        <a:xfrm>
          <a:off x="0" y="0"/>
          <a:ext cx="0" cy="0"/>
          <a:chOff x="0" y="0"/>
          <a:chExt cx="0" cy="0"/>
        </a:xfrm>
      </p:grpSpPr>
      <p:pic>
        <p:nvPicPr>
          <p:cNvPr id="114" name="Google Shape;114;p15"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115" name="Google Shape;115;p15"/>
          <p:cNvSpPr txBox="1">
            <a:spLocks noGrp="1"/>
          </p:cNvSpPr>
          <p:nvPr>
            <p:ph type="title"/>
          </p:nvPr>
        </p:nvSpPr>
        <p:spPr>
          <a:xfrm>
            <a:off x="3289590" y="6558746"/>
            <a:ext cx="37312027" cy="7702961"/>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9813"/>
              <a:buFont typeface="Twentieth Century"/>
              <a:buNone/>
              <a:defRPr sz="981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15"/>
          <p:cNvSpPr txBox="1">
            <a:spLocks noGrp="1"/>
          </p:cNvSpPr>
          <p:nvPr>
            <p:ph type="body" idx="1"/>
          </p:nvPr>
        </p:nvSpPr>
        <p:spPr>
          <a:xfrm>
            <a:off x="3289590" y="14297827"/>
            <a:ext cx="37312027" cy="3497975"/>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067"/>
              </a:spcBef>
              <a:spcAft>
                <a:spcPts val="0"/>
              </a:spcAft>
              <a:buSzPts val="4907"/>
              <a:buNone/>
              <a:defRPr sz="4907"/>
            </a:lvl1pPr>
            <a:lvl2pPr marL="914400" lvl="1" indent="-228600" algn="l">
              <a:lnSpc>
                <a:spcPct val="120000"/>
              </a:lnSpc>
              <a:spcBef>
                <a:spcPts val="1533"/>
              </a:spcBef>
              <a:spcAft>
                <a:spcPts val="0"/>
              </a:spcAft>
              <a:buSzPts val="4293"/>
              <a:buNone/>
              <a:defRPr sz="4293"/>
            </a:lvl2pPr>
            <a:lvl3pPr marL="1371600" lvl="2" indent="-228600" algn="l">
              <a:lnSpc>
                <a:spcPct val="120000"/>
              </a:lnSpc>
              <a:spcBef>
                <a:spcPts val="1533"/>
              </a:spcBef>
              <a:spcAft>
                <a:spcPts val="0"/>
              </a:spcAft>
              <a:buSzPts val="3680"/>
              <a:buNone/>
              <a:defRPr sz="3680"/>
            </a:lvl3pPr>
            <a:lvl4pPr marL="1828800" lvl="3" indent="-228600" algn="l">
              <a:lnSpc>
                <a:spcPct val="120000"/>
              </a:lnSpc>
              <a:spcBef>
                <a:spcPts val="1533"/>
              </a:spcBef>
              <a:spcAft>
                <a:spcPts val="0"/>
              </a:spcAft>
              <a:buSzPts val="3067"/>
              <a:buNone/>
              <a:defRPr sz="3067"/>
            </a:lvl4pPr>
            <a:lvl5pPr marL="2286000" lvl="4" indent="-228600" algn="l">
              <a:lnSpc>
                <a:spcPct val="120000"/>
              </a:lnSpc>
              <a:spcBef>
                <a:spcPts val="1533"/>
              </a:spcBef>
              <a:spcAft>
                <a:spcPts val="0"/>
              </a:spcAft>
              <a:buSzPts val="3067"/>
              <a:buNone/>
              <a:defRPr sz="3067"/>
            </a:lvl5pPr>
            <a:lvl6pPr marL="2743200" lvl="5" indent="-228600" algn="l">
              <a:lnSpc>
                <a:spcPct val="120000"/>
              </a:lnSpc>
              <a:spcBef>
                <a:spcPts val="1533"/>
              </a:spcBef>
              <a:spcAft>
                <a:spcPts val="0"/>
              </a:spcAft>
              <a:buSzPts val="3067"/>
              <a:buNone/>
              <a:defRPr sz="3067"/>
            </a:lvl6pPr>
            <a:lvl7pPr marL="3200400" lvl="6" indent="-228600" algn="l">
              <a:lnSpc>
                <a:spcPct val="120000"/>
              </a:lnSpc>
              <a:spcBef>
                <a:spcPts val="1533"/>
              </a:spcBef>
              <a:spcAft>
                <a:spcPts val="0"/>
              </a:spcAft>
              <a:buSzPts val="3067"/>
              <a:buNone/>
              <a:defRPr sz="3067"/>
            </a:lvl7pPr>
            <a:lvl8pPr marL="3657600" lvl="7" indent="-228600" algn="l">
              <a:lnSpc>
                <a:spcPct val="120000"/>
              </a:lnSpc>
              <a:spcBef>
                <a:spcPts val="1533"/>
              </a:spcBef>
              <a:spcAft>
                <a:spcPts val="0"/>
              </a:spcAft>
              <a:buSzPts val="3067"/>
              <a:buNone/>
              <a:defRPr sz="3067"/>
            </a:lvl8pPr>
            <a:lvl9pPr marL="4114800" lvl="8" indent="-228600" algn="l">
              <a:lnSpc>
                <a:spcPct val="120000"/>
              </a:lnSpc>
              <a:spcBef>
                <a:spcPts val="1533"/>
              </a:spcBef>
              <a:spcAft>
                <a:spcPts val="0"/>
              </a:spcAft>
              <a:buSzPts val="3067"/>
              <a:buNone/>
              <a:defRPr sz="3067"/>
            </a:lvl9pPr>
          </a:lstStyle>
          <a:p>
            <a:endParaRPr/>
          </a:p>
        </p:txBody>
      </p:sp>
      <p:sp>
        <p:nvSpPr>
          <p:cNvPr id="117" name="Google Shape;117;p15"/>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5"/>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15"/>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20"/>
        <p:cNvGrpSpPr/>
        <p:nvPr/>
      </p:nvGrpSpPr>
      <p:grpSpPr>
        <a:xfrm>
          <a:off x="0" y="0"/>
          <a:ext cx="0" cy="0"/>
          <a:chOff x="0" y="0"/>
          <a:chExt cx="0" cy="0"/>
        </a:xfrm>
      </p:grpSpPr>
      <p:pic>
        <p:nvPicPr>
          <p:cNvPr id="121" name="Google Shape;121;p16"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122" name="Google Shape;122;p16"/>
          <p:cNvSpPr txBox="1">
            <a:spLocks noGrp="1"/>
          </p:cNvSpPr>
          <p:nvPr>
            <p:ph type="title"/>
          </p:nvPr>
        </p:nvSpPr>
        <p:spPr>
          <a:xfrm>
            <a:off x="3289587" y="1869440"/>
            <a:ext cx="37312027" cy="492228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16"/>
          <p:cNvSpPr txBox="1">
            <a:spLocks noGrp="1"/>
          </p:cNvSpPr>
          <p:nvPr>
            <p:ph type="body" idx="1"/>
          </p:nvPr>
        </p:nvSpPr>
        <p:spPr>
          <a:xfrm>
            <a:off x="3289586" y="7259085"/>
            <a:ext cx="11876314" cy="1767203"/>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3067"/>
              </a:spcBef>
              <a:spcAft>
                <a:spcPts val="0"/>
              </a:spcAft>
              <a:buSzPts val="7360"/>
              <a:buNone/>
              <a:defRPr sz="7360" b="0">
                <a:solidFill>
                  <a:schemeClr val="dk1"/>
                </a:solidFill>
              </a:defRPr>
            </a:lvl1pPr>
            <a:lvl2pPr marL="914400" lvl="1" indent="-228600" algn="l">
              <a:lnSpc>
                <a:spcPct val="120000"/>
              </a:lnSpc>
              <a:spcBef>
                <a:spcPts val="1533"/>
              </a:spcBef>
              <a:spcAft>
                <a:spcPts val="0"/>
              </a:spcAft>
              <a:buSzPts val="6133"/>
              <a:buNone/>
              <a:defRPr sz="6133" b="1"/>
            </a:lvl2pPr>
            <a:lvl3pPr marL="1371600" lvl="2" indent="-228600" algn="l">
              <a:lnSpc>
                <a:spcPct val="120000"/>
              </a:lnSpc>
              <a:spcBef>
                <a:spcPts val="1533"/>
              </a:spcBef>
              <a:spcAft>
                <a:spcPts val="0"/>
              </a:spcAft>
              <a:buSzPts val="5520"/>
              <a:buNone/>
              <a:defRPr sz="5520" b="1"/>
            </a:lvl3pPr>
            <a:lvl4pPr marL="1828800" lvl="3" indent="-228600" algn="l">
              <a:lnSpc>
                <a:spcPct val="120000"/>
              </a:lnSpc>
              <a:spcBef>
                <a:spcPts val="1533"/>
              </a:spcBef>
              <a:spcAft>
                <a:spcPts val="0"/>
              </a:spcAft>
              <a:buSzPts val="4907"/>
              <a:buNone/>
              <a:defRPr sz="4907" b="1"/>
            </a:lvl4pPr>
            <a:lvl5pPr marL="2286000" lvl="4" indent="-228600" algn="l">
              <a:lnSpc>
                <a:spcPct val="120000"/>
              </a:lnSpc>
              <a:spcBef>
                <a:spcPts val="1533"/>
              </a:spcBef>
              <a:spcAft>
                <a:spcPts val="0"/>
              </a:spcAft>
              <a:buSzPts val="4907"/>
              <a:buNone/>
              <a:defRPr sz="4907" b="1"/>
            </a:lvl5pPr>
            <a:lvl6pPr marL="2743200" lvl="5" indent="-228600" algn="l">
              <a:lnSpc>
                <a:spcPct val="120000"/>
              </a:lnSpc>
              <a:spcBef>
                <a:spcPts val="1533"/>
              </a:spcBef>
              <a:spcAft>
                <a:spcPts val="0"/>
              </a:spcAft>
              <a:buSzPts val="4907"/>
              <a:buNone/>
              <a:defRPr sz="4907" b="1"/>
            </a:lvl6pPr>
            <a:lvl7pPr marL="3200400" lvl="6" indent="-228600" algn="l">
              <a:lnSpc>
                <a:spcPct val="120000"/>
              </a:lnSpc>
              <a:spcBef>
                <a:spcPts val="1533"/>
              </a:spcBef>
              <a:spcAft>
                <a:spcPts val="0"/>
              </a:spcAft>
              <a:buSzPts val="4907"/>
              <a:buNone/>
              <a:defRPr sz="4907" b="1"/>
            </a:lvl7pPr>
            <a:lvl8pPr marL="3657600" lvl="7" indent="-228600" algn="l">
              <a:lnSpc>
                <a:spcPct val="120000"/>
              </a:lnSpc>
              <a:spcBef>
                <a:spcPts val="1533"/>
              </a:spcBef>
              <a:spcAft>
                <a:spcPts val="0"/>
              </a:spcAft>
              <a:buSzPts val="4907"/>
              <a:buNone/>
              <a:defRPr sz="4907" b="1"/>
            </a:lvl8pPr>
            <a:lvl9pPr marL="4114800" lvl="8" indent="-228600" algn="l">
              <a:lnSpc>
                <a:spcPct val="120000"/>
              </a:lnSpc>
              <a:spcBef>
                <a:spcPts val="1533"/>
              </a:spcBef>
              <a:spcAft>
                <a:spcPts val="0"/>
              </a:spcAft>
              <a:buSzPts val="4907"/>
              <a:buNone/>
              <a:defRPr sz="4907" b="1"/>
            </a:lvl9pPr>
          </a:lstStyle>
          <a:p>
            <a:endParaRPr/>
          </a:p>
        </p:txBody>
      </p:sp>
      <p:sp>
        <p:nvSpPr>
          <p:cNvPr id="124" name="Google Shape;124;p16"/>
          <p:cNvSpPr txBox="1">
            <a:spLocks noGrp="1"/>
          </p:cNvSpPr>
          <p:nvPr>
            <p:ph type="body" idx="2"/>
          </p:nvPr>
        </p:nvSpPr>
        <p:spPr>
          <a:xfrm>
            <a:off x="3289586" y="9026290"/>
            <a:ext cx="11876314" cy="8733391"/>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067"/>
              </a:spcBef>
              <a:spcAft>
                <a:spcPts val="0"/>
              </a:spcAft>
              <a:buSzPts val="4293"/>
              <a:buNone/>
              <a:defRPr sz="4293"/>
            </a:lvl1pPr>
            <a:lvl2pPr marL="914400" lvl="1" indent="-228600" algn="l">
              <a:lnSpc>
                <a:spcPct val="120000"/>
              </a:lnSpc>
              <a:spcBef>
                <a:spcPts val="1533"/>
              </a:spcBef>
              <a:spcAft>
                <a:spcPts val="0"/>
              </a:spcAft>
              <a:buSzPts val="3680"/>
              <a:buNone/>
              <a:defRPr sz="3680"/>
            </a:lvl2pPr>
            <a:lvl3pPr marL="1371600" lvl="2" indent="-228600" algn="l">
              <a:lnSpc>
                <a:spcPct val="120000"/>
              </a:lnSpc>
              <a:spcBef>
                <a:spcPts val="1533"/>
              </a:spcBef>
              <a:spcAft>
                <a:spcPts val="0"/>
              </a:spcAft>
              <a:buSzPts val="3067"/>
              <a:buNone/>
              <a:defRPr sz="3067"/>
            </a:lvl3pPr>
            <a:lvl4pPr marL="1828800" lvl="3" indent="-228600" algn="l">
              <a:lnSpc>
                <a:spcPct val="120000"/>
              </a:lnSpc>
              <a:spcBef>
                <a:spcPts val="1533"/>
              </a:spcBef>
              <a:spcAft>
                <a:spcPts val="0"/>
              </a:spcAft>
              <a:buSzPts val="2760"/>
              <a:buNone/>
              <a:defRPr sz="2760"/>
            </a:lvl4pPr>
            <a:lvl5pPr marL="2286000" lvl="4" indent="-228600" algn="l">
              <a:lnSpc>
                <a:spcPct val="120000"/>
              </a:lnSpc>
              <a:spcBef>
                <a:spcPts val="1533"/>
              </a:spcBef>
              <a:spcAft>
                <a:spcPts val="0"/>
              </a:spcAft>
              <a:buSzPts val="2760"/>
              <a:buNone/>
              <a:defRPr sz="2760"/>
            </a:lvl5pPr>
            <a:lvl6pPr marL="2743200" lvl="5" indent="-228600" algn="l">
              <a:lnSpc>
                <a:spcPct val="120000"/>
              </a:lnSpc>
              <a:spcBef>
                <a:spcPts val="1533"/>
              </a:spcBef>
              <a:spcAft>
                <a:spcPts val="0"/>
              </a:spcAft>
              <a:buSzPts val="2760"/>
              <a:buNone/>
              <a:defRPr sz="2760"/>
            </a:lvl6pPr>
            <a:lvl7pPr marL="3200400" lvl="6" indent="-228600" algn="l">
              <a:lnSpc>
                <a:spcPct val="120000"/>
              </a:lnSpc>
              <a:spcBef>
                <a:spcPts val="1533"/>
              </a:spcBef>
              <a:spcAft>
                <a:spcPts val="0"/>
              </a:spcAft>
              <a:buSzPts val="2760"/>
              <a:buNone/>
              <a:defRPr sz="2760"/>
            </a:lvl7pPr>
            <a:lvl8pPr marL="3657600" lvl="7" indent="-228600" algn="l">
              <a:lnSpc>
                <a:spcPct val="120000"/>
              </a:lnSpc>
              <a:spcBef>
                <a:spcPts val="1533"/>
              </a:spcBef>
              <a:spcAft>
                <a:spcPts val="0"/>
              </a:spcAft>
              <a:buSzPts val="2760"/>
              <a:buNone/>
              <a:defRPr sz="2760"/>
            </a:lvl8pPr>
            <a:lvl9pPr marL="4114800" lvl="8" indent="-228600" algn="l">
              <a:lnSpc>
                <a:spcPct val="120000"/>
              </a:lnSpc>
              <a:spcBef>
                <a:spcPts val="1533"/>
              </a:spcBef>
              <a:spcAft>
                <a:spcPts val="0"/>
              </a:spcAft>
              <a:buSzPts val="2760"/>
              <a:buNone/>
              <a:defRPr sz="2760"/>
            </a:lvl9pPr>
          </a:lstStyle>
          <a:p>
            <a:endParaRPr/>
          </a:p>
        </p:txBody>
      </p:sp>
      <p:sp>
        <p:nvSpPr>
          <p:cNvPr id="125" name="Google Shape;125;p16"/>
          <p:cNvSpPr txBox="1">
            <a:spLocks noGrp="1"/>
          </p:cNvSpPr>
          <p:nvPr>
            <p:ph type="body" idx="3"/>
          </p:nvPr>
        </p:nvSpPr>
        <p:spPr>
          <a:xfrm>
            <a:off x="16028602" y="7259085"/>
            <a:ext cx="11849476" cy="1767203"/>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3067"/>
              </a:spcBef>
              <a:spcAft>
                <a:spcPts val="0"/>
              </a:spcAft>
              <a:buSzPts val="7360"/>
              <a:buNone/>
              <a:defRPr sz="7360" b="0">
                <a:solidFill>
                  <a:schemeClr val="dk1"/>
                </a:solidFill>
              </a:defRPr>
            </a:lvl1pPr>
            <a:lvl2pPr marL="914400" lvl="1" indent="-228600" algn="l">
              <a:lnSpc>
                <a:spcPct val="120000"/>
              </a:lnSpc>
              <a:spcBef>
                <a:spcPts val="1533"/>
              </a:spcBef>
              <a:spcAft>
                <a:spcPts val="0"/>
              </a:spcAft>
              <a:buSzPts val="6133"/>
              <a:buNone/>
              <a:defRPr sz="6133" b="1"/>
            </a:lvl2pPr>
            <a:lvl3pPr marL="1371600" lvl="2" indent="-228600" algn="l">
              <a:lnSpc>
                <a:spcPct val="120000"/>
              </a:lnSpc>
              <a:spcBef>
                <a:spcPts val="1533"/>
              </a:spcBef>
              <a:spcAft>
                <a:spcPts val="0"/>
              </a:spcAft>
              <a:buSzPts val="5520"/>
              <a:buNone/>
              <a:defRPr sz="5520" b="1"/>
            </a:lvl3pPr>
            <a:lvl4pPr marL="1828800" lvl="3" indent="-228600" algn="l">
              <a:lnSpc>
                <a:spcPct val="120000"/>
              </a:lnSpc>
              <a:spcBef>
                <a:spcPts val="1533"/>
              </a:spcBef>
              <a:spcAft>
                <a:spcPts val="0"/>
              </a:spcAft>
              <a:buSzPts val="4907"/>
              <a:buNone/>
              <a:defRPr sz="4907" b="1"/>
            </a:lvl4pPr>
            <a:lvl5pPr marL="2286000" lvl="4" indent="-228600" algn="l">
              <a:lnSpc>
                <a:spcPct val="120000"/>
              </a:lnSpc>
              <a:spcBef>
                <a:spcPts val="1533"/>
              </a:spcBef>
              <a:spcAft>
                <a:spcPts val="0"/>
              </a:spcAft>
              <a:buSzPts val="4907"/>
              <a:buNone/>
              <a:defRPr sz="4907" b="1"/>
            </a:lvl5pPr>
            <a:lvl6pPr marL="2743200" lvl="5" indent="-228600" algn="l">
              <a:lnSpc>
                <a:spcPct val="120000"/>
              </a:lnSpc>
              <a:spcBef>
                <a:spcPts val="1533"/>
              </a:spcBef>
              <a:spcAft>
                <a:spcPts val="0"/>
              </a:spcAft>
              <a:buSzPts val="4907"/>
              <a:buNone/>
              <a:defRPr sz="4907" b="1"/>
            </a:lvl6pPr>
            <a:lvl7pPr marL="3200400" lvl="6" indent="-228600" algn="l">
              <a:lnSpc>
                <a:spcPct val="120000"/>
              </a:lnSpc>
              <a:spcBef>
                <a:spcPts val="1533"/>
              </a:spcBef>
              <a:spcAft>
                <a:spcPts val="0"/>
              </a:spcAft>
              <a:buSzPts val="4907"/>
              <a:buNone/>
              <a:defRPr sz="4907" b="1"/>
            </a:lvl7pPr>
            <a:lvl8pPr marL="3657600" lvl="7" indent="-228600" algn="l">
              <a:lnSpc>
                <a:spcPct val="120000"/>
              </a:lnSpc>
              <a:spcBef>
                <a:spcPts val="1533"/>
              </a:spcBef>
              <a:spcAft>
                <a:spcPts val="0"/>
              </a:spcAft>
              <a:buSzPts val="4907"/>
              <a:buNone/>
              <a:defRPr sz="4907" b="1"/>
            </a:lvl8pPr>
            <a:lvl9pPr marL="4114800" lvl="8" indent="-228600" algn="l">
              <a:lnSpc>
                <a:spcPct val="120000"/>
              </a:lnSpc>
              <a:spcBef>
                <a:spcPts val="1533"/>
              </a:spcBef>
              <a:spcAft>
                <a:spcPts val="0"/>
              </a:spcAft>
              <a:buSzPts val="4907"/>
              <a:buNone/>
              <a:defRPr sz="4907" b="1"/>
            </a:lvl9pPr>
          </a:lstStyle>
          <a:p>
            <a:endParaRPr/>
          </a:p>
        </p:txBody>
      </p:sp>
      <p:sp>
        <p:nvSpPr>
          <p:cNvPr id="126" name="Google Shape;126;p16"/>
          <p:cNvSpPr txBox="1">
            <a:spLocks noGrp="1"/>
          </p:cNvSpPr>
          <p:nvPr>
            <p:ph type="body" idx="4"/>
          </p:nvPr>
        </p:nvSpPr>
        <p:spPr>
          <a:xfrm>
            <a:off x="15988854" y="9026290"/>
            <a:ext cx="11892064" cy="8733391"/>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067"/>
              </a:spcBef>
              <a:spcAft>
                <a:spcPts val="0"/>
              </a:spcAft>
              <a:buSzPts val="4293"/>
              <a:buNone/>
              <a:defRPr sz="4293"/>
            </a:lvl1pPr>
            <a:lvl2pPr marL="914400" lvl="1" indent="-228600" algn="l">
              <a:lnSpc>
                <a:spcPct val="120000"/>
              </a:lnSpc>
              <a:spcBef>
                <a:spcPts val="1533"/>
              </a:spcBef>
              <a:spcAft>
                <a:spcPts val="0"/>
              </a:spcAft>
              <a:buSzPts val="3680"/>
              <a:buNone/>
              <a:defRPr sz="3680"/>
            </a:lvl2pPr>
            <a:lvl3pPr marL="1371600" lvl="2" indent="-228600" algn="l">
              <a:lnSpc>
                <a:spcPct val="120000"/>
              </a:lnSpc>
              <a:spcBef>
                <a:spcPts val="1533"/>
              </a:spcBef>
              <a:spcAft>
                <a:spcPts val="0"/>
              </a:spcAft>
              <a:buSzPts val="3067"/>
              <a:buNone/>
              <a:defRPr sz="3067"/>
            </a:lvl3pPr>
            <a:lvl4pPr marL="1828800" lvl="3" indent="-228600" algn="l">
              <a:lnSpc>
                <a:spcPct val="120000"/>
              </a:lnSpc>
              <a:spcBef>
                <a:spcPts val="1533"/>
              </a:spcBef>
              <a:spcAft>
                <a:spcPts val="0"/>
              </a:spcAft>
              <a:buSzPts val="2760"/>
              <a:buNone/>
              <a:defRPr sz="2760"/>
            </a:lvl4pPr>
            <a:lvl5pPr marL="2286000" lvl="4" indent="-228600" algn="l">
              <a:lnSpc>
                <a:spcPct val="120000"/>
              </a:lnSpc>
              <a:spcBef>
                <a:spcPts val="1533"/>
              </a:spcBef>
              <a:spcAft>
                <a:spcPts val="0"/>
              </a:spcAft>
              <a:buSzPts val="2760"/>
              <a:buNone/>
              <a:defRPr sz="2760"/>
            </a:lvl5pPr>
            <a:lvl6pPr marL="2743200" lvl="5" indent="-228600" algn="l">
              <a:lnSpc>
                <a:spcPct val="120000"/>
              </a:lnSpc>
              <a:spcBef>
                <a:spcPts val="1533"/>
              </a:spcBef>
              <a:spcAft>
                <a:spcPts val="0"/>
              </a:spcAft>
              <a:buSzPts val="2760"/>
              <a:buNone/>
              <a:defRPr sz="2760"/>
            </a:lvl6pPr>
            <a:lvl7pPr marL="3200400" lvl="6" indent="-228600" algn="l">
              <a:lnSpc>
                <a:spcPct val="120000"/>
              </a:lnSpc>
              <a:spcBef>
                <a:spcPts val="1533"/>
              </a:spcBef>
              <a:spcAft>
                <a:spcPts val="0"/>
              </a:spcAft>
              <a:buSzPts val="2760"/>
              <a:buNone/>
              <a:defRPr sz="2760"/>
            </a:lvl7pPr>
            <a:lvl8pPr marL="3657600" lvl="7" indent="-228600" algn="l">
              <a:lnSpc>
                <a:spcPct val="120000"/>
              </a:lnSpc>
              <a:spcBef>
                <a:spcPts val="1533"/>
              </a:spcBef>
              <a:spcAft>
                <a:spcPts val="0"/>
              </a:spcAft>
              <a:buSzPts val="2760"/>
              <a:buNone/>
              <a:defRPr sz="2760"/>
            </a:lvl8pPr>
            <a:lvl9pPr marL="4114800" lvl="8" indent="-228600" algn="l">
              <a:lnSpc>
                <a:spcPct val="120000"/>
              </a:lnSpc>
              <a:spcBef>
                <a:spcPts val="1533"/>
              </a:spcBef>
              <a:spcAft>
                <a:spcPts val="0"/>
              </a:spcAft>
              <a:buSzPts val="2760"/>
              <a:buNone/>
              <a:defRPr sz="2760"/>
            </a:lvl9pPr>
          </a:lstStyle>
          <a:p>
            <a:endParaRPr/>
          </a:p>
        </p:txBody>
      </p:sp>
      <p:sp>
        <p:nvSpPr>
          <p:cNvPr id="127" name="Google Shape;127;p16"/>
          <p:cNvSpPr txBox="1">
            <a:spLocks noGrp="1"/>
          </p:cNvSpPr>
          <p:nvPr>
            <p:ph type="body" idx="5"/>
          </p:nvPr>
        </p:nvSpPr>
        <p:spPr>
          <a:xfrm>
            <a:off x="28703873" y="7259085"/>
            <a:ext cx="11897741" cy="1767203"/>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3067"/>
              </a:spcBef>
              <a:spcAft>
                <a:spcPts val="0"/>
              </a:spcAft>
              <a:buSzPts val="7360"/>
              <a:buNone/>
              <a:defRPr sz="7360" b="0">
                <a:solidFill>
                  <a:schemeClr val="dk1"/>
                </a:solidFill>
              </a:defRPr>
            </a:lvl1pPr>
            <a:lvl2pPr marL="914400" lvl="1" indent="-228600" algn="l">
              <a:lnSpc>
                <a:spcPct val="120000"/>
              </a:lnSpc>
              <a:spcBef>
                <a:spcPts val="1533"/>
              </a:spcBef>
              <a:spcAft>
                <a:spcPts val="0"/>
              </a:spcAft>
              <a:buSzPts val="6133"/>
              <a:buNone/>
              <a:defRPr sz="6133" b="1"/>
            </a:lvl2pPr>
            <a:lvl3pPr marL="1371600" lvl="2" indent="-228600" algn="l">
              <a:lnSpc>
                <a:spcPct val="120000"/>
              </a:lnSpc>
              <a:spcBef>
                <a:spcPts val="1533"/>
              </a:spcBef>
              <a:spcAft>
                <a:spcPts val="0"/>
              </a:spcAft>
              <a:buSzPts val="5520"/>
              <a:buNone/>
              <a:defRPr sz="5520" b="1"/>
            </a:lvl3pPr>
            <a:lvl4pPr marL="1828800" lvl="3" indent="-228600" algn="l">
              <a:lnSpc>
                <a:spcPct val="120000"/>
              </a:lnSpc>
              <a:spcBef>
                <a:spcPts val="1533"/>
              </a:spcBef>
              <a:spcAft>
                <a:spcPts val="0"/>
              </a:spcAft>
              <a:buSzPts val="4907"/>
              <a:buNone/>
              <a:defRPr sz="4907" b="1"/>
            </a:lvl4pPr>
            <a:lvl5pPr marL="2286000" lvl="4" indent="-228600" algn="l">
              <a:lnSpc>
                <a:spcPct val="120000"/>
              </a:lnSpc>
              <a:spcBef>
                <a:spcPts val="1533"/>
              </a:spcBef>
              <a:spcAft>
                <a:spcPts val="0"/>
              </a:spcAft>
              <a:buSzPts val="4907"/>
              <a:buNone/>
              <a:defRPr sz="4907" b="1"/>
            </a:lvl5pPr>
            <a:lvl6pPr marL="2743200" lvl="5" indent="-228600" algn="l">
              <a:lnSpc>
                <a:spcPct val="120000"/>
              </a:lnSpc>
              <a:spcBef>
                <a:spcPts val="1533"/>
              </a:spcBef>
              <a:spcAft>
                <a:spcPts val="0"/>
              </a:spcAft>
              <a:buSzPts val="4907"/>
              <a:buNone/>
              <a:defRPr sz="4907" b="1"/>
            </a:lvl6pPr>
            <a:lvl7pPr marL="3200400" lvl="6" indent="-228600" algn="l">
              <a:lnSpc>
                <a:spcPct val="120000"/>
              </a:lnSpc>
              <a:spcBef>
                <a:spcPts val="1533"/>
              </a:spcBef>
              <a:spcAft>
                <a:spcPts val="0"/>
              </a:spcAft>
              <a:buSzPts val="4907"/>
              <a:buNone/>
              <a:defRPr sz="4907" b="1"/>
            </a:lvl7pPr>
            <a:lvl8pPr marL="3657600" lvl="7" indent="-228600" algn="l">
              <a:lnSpc>
                <a:spcPct val="120000"/>
              </a:lnSpc>
              <a:spcBef>
                <a:spcPts val="1533"/>
              </a:spcBef>
              <a:spcAft>
                <a:spcPts val="0"/>
              </a:spcAft>
              <a:buSzPts val="4907"/>
              <a:buNone/>
              <a:defRPr sz="4907" b="1"/>
            </a:lvl8pPr>
            <a:lvl9pPr marL="4114800" lvl="8" indent="-228600" algn="l">
              <a:lnSpc>
                <a:spcPct val="120000"/>
              </a:lnSpc>
              <a:spcBef>
                <a:spcPts val="1533"/>
              </a:spcBef>
              <a:spcAft>
                <a:spcPts val="0"/>
              </a:spcAft>
              <a:buSzPts val="4907"/>
              <a:buNone/>
              <a:defRPr sz="4907" b="1"/>
            </a:lvl9pPr>
          </a:lstStyle>
          <a:p>
            <a:endParaRPr/>
          </a:p>
        </p:txBody>
      </p:sp>
      <p:sp>
        <p:nvSpPr>
          <p:cNvPr id="128" name="Google Shape;128;p16"/>
          <p:cNvSpPr txBox="1">
            <a:spLocks noGrp="1"/>
          </p:cNvSpPr>
          <p:nvPr>
            <p:ph type="body" idx="6"/>
          </p:nvPr>
        </p:nvSpPr>
        <p:spPr>
          <a:xfrm>
            <a:off x="28703873" y="9026290"/>
            <a:ext cx="11897741" cy="8733391"/>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067"/>
              </a:spcBef>
              <a:spcAft>
                <a:spcPts val="0"/>
              </a:spcAft>
              <a:buSzPts val="4293"/>
              <a:buNone/>
              <a:defRPr sz="4293"/>
            </a:lvl1pPr>
            <a:lvl2pPr marL="914400" lvl="1" indent="-228600" algn="l">
              <a:lnSpc>
                <a:spcPct val="120000"/>
              </a:lnSpc>
              <a:spcBef>
                <a:spcPts val="1533"/>
              </a:spcBef>
              <a:spcAft>
                <a:spcPts val="0"/>
              </a:spcAft>
              <a:buSzPts val="3680"/>
              <a:buNone/>
              <a:defRPr sz="3680"/>
            </a:lvl2pPr>
            <a:lvl3pPr marL="1371600" lvl="2" indent="-228600" algn="l">
              <a:lnSpc>
                <a:spcPct val="120000"/>
              </a:lnSpc>
              <a:spcBef>
                <a:spcPts val="1533"/>
              </a:spcBef>
              <a:spcAft>
                <a:spcPts val="0"/>
              </a:spcAft>
              <a:buSzPts val="3067"/>
              <a:buNone/>
              <a:defRPr sz="3067"/>
            </a:lvl3pPr>
            <a:lvl4pPr marL="1828800" lvl="3" indent="-228600" algn="l">
              <a:lnSpc>
                <a:spcPct val="120000"/>
              </a:lnSpc>
              <a:spcBef>
                <a:spcPts val="1533"/>
              </a:spcBef>
              <a:spcAft>
                <a:spcPts val="0"/>
              </a:spcAft>
              <a:buSzPts val="2760"/>
              <a:buNone/>
              <a:defRPr sz="2760"/>
            </a:lvl4pPr>
            <a:lvl5pPr marL="2286000" lvl="4" indent="-228600" algn="l">
              <a:lnSpc>
                <a:spcPct val="120000"/>
              </a:lnSpc>
              <a:spcBef>
                <a:spcPts val="1533"/>
              </a:spcBef>
              <a:spcAft>
                <a:spcPts val="0"/>
              </a:spcAft>
              <a:buSzPts val="2760"/>
              <a:buNone/>
              <a:defRPr sz="2760"/>
            </a:lvl5pPr>
            <a:lvl6pPr marL="2743200" lvl="5" indent="-228600" algn="l">
              <a:lnSpc>
                <a:spcPct val="120000"/>
              </a:lnSpc>
              <a:spcBef>
                <a:spcPts val="1533"/>
              </a:spcBef>
              <a:spcAft>
                <a:spcPts val="0"/>
              </a:spcAft>
              <a:buSzPts val="2760"/>
              <a:buNone/>
              <a:defRPr sz="2760"/>
            </a:lvl6pPr>
            <a:lvl7pPr marL="3200400" lvl="6" indent="-228600" algn="l">
              <a:lnSpc>
                <a:spcPct val="120000"/>
              </a:lnSpc>
              <a:spcBef>
                <a:spcPts val="1533"/>
              </a:spcBef>
              <a:spcAft>
                <a:spcPts val="0"/>
              </a:spcAft>
              <a:buSzPts val="2760"/>
              <a:buNone/>
              <a:defRPr sz="2760"/>
            </a:lvl7pPr>
            <a:lvl8pPr marL="3657600" lvl="7" indent="-228600" algn="l">
              <a:lnSpc>
                <a:spcPct val="120000"/>
              </a:lnSpc>
              <a:spcBef>
                <a:spcPts val="1533"/>
              </a:spcBef>
              <a:spcAft>
                <a:spcPts val="0"/>
              </a:spcAft>
              <a:buSzPts val="2760"/>
              <a:buNone/>
              <a:defRPr sz="2760"/>
            </a:lvl8pPr>
            <a:lvl9pPr marL="4114800" lvl="8" indent="-228600" algn="l">
              <a:lnSpc>
                <a:spcPct val="120000"/>
              </a:lnSpc>
              <a:spcBef>
                <a:spcPts val="1533"/>
              </a:spcBef>
              <a:spcAft>
                <a:spcPts val="0"/>
              </a:spcAft>
              <a:buSzPts val="2760"/>
              <a:buNone/>
              <a:defRPr sz="2760"/>
            </a:lvl9pPr>
          </a:lstStyle>
          <a:p>
            <a:endParaRPr/>
          </a:p>
        </p:txBody>
      </p:sp>
      <p:sp>
        <p:nvSpPr>
          <p:cNvPr id="129" name="Google Shape;129;p16"/>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16"/>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6"/>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32"/>
        <p:cNvGrpSpPr/>
        <p:nvPr/>
      </p:nvGrpSpPr>
      <p:grpSpPr>
        <a:xfrm>
          <a:off x="0" y="0"/>
          <a:ext cx="0" cy="0"/>
          <a:chOff x="0" y="0"/>
          <a:chExt cx="0" cy="0"/>
        </a:xfrm>
      </p:grpSpPr>
      <p:pic>
        <p:nvPicPr>
          <p:cNvPr id="133" name="Google Shape;133;p17"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134" name="Google Shape;134;p17"/>
          <p:cNvSpPr txBox="1">
            <a:spLocks noGrp="1"/>
          </p:cNvSpPr>
          <p:nvPr>
            <p:ph type="title"/>
          </p:nvPr>
        </p:nvSpPr>
        <p:spPr>
          <a:xfrm>
            <a:off x="3289587" y="1873034"/>
            <a:ext cx="37312027" cy="491869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17"/>
          <p:cNvSpPr txBox="1">
            <a:spLocks noGrp="1"/>
          </p:cNvSpPr>
          <p:nvPr>
            <p:ph type="body" idx="1"/>
          </p:nvPr>
        </p:nvSpPr>
        <p:spPr>
          <a:xfrm>
            <a:off x="3289588" y="12894782"/>
            <a:ext cx="11867072" cy="1767203"/>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3067"/>
              </a:spcBef>
              <a:spcAft>
                <a:spcPts val="0"/>
              </a:spcAft>
              <a:buSzPts val="6747"/>
              <a:buNone/>
              <a:defRPr sz="6747" b="0">
                <a:solidFill>
                  <a:schemeClr val="dk1"/>
                </a:solidFill>
              </a:defRPr>
            </a:lvl1pPr>
            <a:lvl2pPr marL="914400" lvl="1" indent="-228600" algn="l">
              <a:lnSpc>
                <a:spcPct val="120000"/>
              </a:lnSpc>
              <a:spcBef>
                <a:spcPts val="1533"/>
              </a:spcBef>
              <a:spcAft>
                <a:spcPts val="0"/>
              </a:spcAft>
              <a:buSzPts val="6133"/>
              <a:buNone/>
              <a:defRPr sz="6133" b="1"/>
            </a:lvl2pPr>
            <a:lvl3pPr marL="1371600" lvl="2" indent="-228600" algn="l">
              <a:lnSpc>
                <a:spcPct val="120000"/>
              </a:lnSpc>
              <a:spcBef>
                <a:spcPts val="1533"/>
              </a:spcBef>
              <a:spcAft>
                <a:spcPts val="0"/>
              </a:spcAft>
              <a:buSzPts val="5520"/>
              <a:buNone/>
              <a:defRPr sz="5520" b="1"/>
            </a:lvl3pPr>
            <a:lvl4pPr marL="1828800" lvl="3" indent="-228600" algn="l">
              <a:lnSpc>
                <a:spcPct val="120000"/>
              </a:lnSpc>
              <a:spcBef>
                <a:spcPts val="1533"/>
              </a:spcBef>
              <a:spcAft>
                <a:spcPts val="0"/>
              </a:spcAft>
              <a:buSzPts val="4907"/>
              <a:buNone/>
              <a:defRPr sz="4907" b="1"/>
            </a:lvl4pPr>
            <a:lvl5pPr marL="2286000" lvl="4" indent="-228600" algn="l">
              <a:lnSpc>
                <a:spcPct val="120000"/>
              </a:lnSpc>
              <a:spcBef>
                <a:spcPts val="1533"/>
              </a:spcBef>
              <a:spcAft>
                <a:spcPts val="0"/>
              </a:spcAft>
              <a:buSzPts val="4907"/>
              <a:buNone/>
              <a:defRPr sz="4907" b="1"/>
            </a:lvl5pPr>
            <a:lvl6pPr marL="2743200" lvl="5" indent="-228600" algn="l">
              <a:lnSpc>
                <a:spcPct val="120000"/>
              </a:lnSpc>
              <a:spcBef>
                <a:spcPts val="1533"/>
              </a:spcBef>
              <a:spcAft>
                <a:spcPts val="0"/>
              </a:spcAft>
              <a:buSzPts val="4907"/>
              <a:buNone/>
              <a:defRPr sz="4907" b="1"/>
            </a:lvl6pPr>
            <a:lvl7pPr marL="3200400" lvl="6" indent="-228600" algn="l">
              <a:lnSpc>
                <a:spcPct val="120000"/>
              </a:lnSpc>
              <a:spcBef>
                <a:spcPts val="1533"/>
              </a:spcBef>
              <a:spcAft>
                <a:spcPts val="0"/>
              </a:spcAft>
              <a:buSzPts val="4907"/>
              <a:buNone/>
              <a:defRPr sz="4907" b="1"/>
            </a:lvl7pPr>
            <a:lvl8pPr marL="3657600" lvl="7" indent="-228600" algn="l">
              <a:lnSpc>
                <a:spcPct val="120000"/>
              </a:lnSpc>
              <a:spcBef>
                <a:spcPts val="1533"/>
              </a:spcBef>
              <a:spcAft>
                <a:spcPts val="0"/>
              </a:spcAft>
              <a:buSzPts val="4907"/>
              <a:buNone/>
              <a:defRPr sz="4907" b="1"/>
            </a:lvl8pPr>
            <a:lvl9pPr marL="4114800" lvl="8" indent="-228600" algn="l">
              <a:lnSpc>
                <a:spcPct val="120000"/>
              </a:lnSpc>
              <a:spcBef>
                <a:spcPts val="1533"/>
              </a:spcBef>
              <a:spcAft>
                <a:spcPts val="0"/>
              </a:spcAft>
              <a:buSzPts val="4907"/>
              <a:buNone/>
              <a:defRPr sz="4907" b="1"/>
            </a:lvl9pPr>
          </a:lstStyle>
          <a:p>
            <a:endParaRPr/>
          </a:p>
        </p:txBody>
      </p:sp>
      <p:sp>
        <p:nvSpPr>
          <p:cNvPr id="136" name="Google Shape;136;p17"/>
          <p:cNvSpPr>
            <a:spLocks noGrp="1"/>
          </p:cNvSpPr>
          <p:nvPr>
            <p:ph type="pic" idx="2"/>
          </p:nvPr>
        </p:nvSpPr>
        <p:spPr>
          <a:xfrm>
            <a:off x="3289588" y="7259085"/>
            <a:ext cx="11867072" cy="4673600"/>
          </a:xfrm>
          <a:prstGeom prst="roundRect">
            <a:avLst>
              <a:gd name="adj" fmla="val 9363"/>
            </a:avLst>
          </a:prstGeom>
          <a:noFill/>
          <a:ln w="82550" cap="sq" cmpd="sng">
            <a:solidFill>
              <a:srgbClr val="EAEAEA"/>
            </a:solidFill>
            <a:prstDash val="solid"/>
            <a:miter lim="800000"/>
            <a:headEnd type="none" w="sm" len="sm"/>
            <a:tailEnd type="none" w="sm" len="sm"/>
          </a:ln>
        </p:spPr>
      </p:sp>
      <p:sp>
        <p:nvSpPr>
          <p:cNvPr id="137" name="Google Shape;137;p17"/>
          <p:cNvSpPr txBox="1">
            <a:spLocks noGrp="1"/>
          </p:cNvSpPr>
          <p:nvPr>
            <p:ph type="body" idx="3"/>
          </p:nvPr>
        </p:nvSpPr>
        <p:spPr>
          <a:xfrm>
            <a:off x="3289588" y="14661985"/>
            <a:ext cx="11867072" cy="3097695"/>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067"/>
              </a:spcBef>
              <a:spcAft>
                <a:spcPts val="0"/>
              </a:spcAft>
              <a:buSzPts val="4293"/>
              <a:buNone/>
              <a:defRPr sz="4293"/>
            </a:lvl1pPr>
            <a:lvl2pPr marL="914400" lvl="1" indent="-228600" algn="l">
              <a:lnSpc>
                <a:spcPct val="120000"/>
              </a:lnSpc>
              <a:spcBef>
                <a:spcPts val="1533"/>
              </a:spcBef>
              <a:spcAft>
                <a:spcPts val="0"/>
              </a:spcAft>
              <a:buSzPts val="3680"/>
              <a:buNone/>
              <a:defRPr sz="3680"/>
            </a:lvl2pPr>
            <a:lvl3pPr marL="1371600" lvl="2" indent="-228600" algn="l">
              <a:lnSpc>
                <a:spcPct val="120000"/>
              </a:lnSpc>
              <a:spcBef>
                <a:spcPts val="1533"/>
              </a:spcBef>
              <a:spcAft>
                <a:spcPts val="0"/>
              </a:spcAft>
              <a:buSzPts val="3067"/>
              <a:buNone/>
              <a:defRPr sz="3067"/>
            </a:lvl3pPr>
            <a:lvl4pPr marL="1828800" lvl="3" indent="-228600" algn="l">
              <a:lnSpc>
                <a:spcPct val="120000"/>
              </a:lnSpc>
              <a:spcBef>
                <a:spcPts val="1533"/>
              </a:spcBef>
              <a:spcAft>
                <a:spcPts val="0"/>
              </a:spcAft>
              <a:buSzPts val="2760"/>
              <a:buNone/>
              <a:defRPr sz="2760"/>
            </a:lvl4pPr>
            <a:lvl5pPr marL="2286000" lvl="4" indent="-228600" algn="l">
              <a:lnSpc>
                <a:spcPct val="120000"/>
              </a:lnSpc>
              <a:spcBef>
                <a:spcPts val="1533"/>
              </a:spcBef>
              <a:spcAft>
                <a:spcPts val="0"/>
              </a:spcAft>
              <a:buSzPts val="2760"/>
              <a:buNone/>
              <a:defRPr sz="2760"/>
            </a:lvl5pPr>
            <a:lvl6pPr marL="2743200" lvl="5" indent="-228600" algn="l">
              <a:lnSpc>
                <a:spcPct val="120000"/>
              </a:lnSpc>
              <a:spcBef>
                <a:spcPts val="1533"/>
              </a:spcBef>
              <a:spcAft>
                <a:spcPts val="0"/>
              </a:spcAft>
              <a:buSzPts val="2760"/>
              <a:buNone/>
              <a:defRPr sz="2760"/>
            </a:lvl6pPr>
            <a:lvl7pPr marL="3200400" lvl="6" indent="-228600" algn="l">
              <a:lnSpc>
                <a:spcPct val="120000"/>
              </a:lnSpc>
              <a:spcBef>
                <a:spcPts val="1533"/>
              </a:spcBef>
              <a:spcAft>
                <a:spcPts val="0"/>
              </a:spcAft>
              <a:buSzPts val="2760"/>
              <a:buNone/>
              <a:defRPr sz="2760"/>
            </a:lvl7pPr>
            <a:lvl8pPr marL="3657600" lvl="7" indent="-228600" algn="l">
              <a:lnSpc>
                <a:spcPct val="120000"/>
              </a:lnSpc>
              <a:spcBef>
                <a:spcPts val="1533"/>
              </a:spcBef>
              <a:spcAft>
                <a:spcPts val="0"/>
              </a:spcAft>
              <a:buSzPts val="2760"/>
              <a:buNone/>
              <a:defRPr sz="2760"/>
            </a:lvl8pPr>
            <a:lvl9pPr marL="4114800" lvl="8" indent="-228600" algn="l">
              <a:lnSpc>
                <a:spcPct val="120000"/>
              </a:lnSpc>
              <a:spcBef>
                <a:spcPts val="1533"/>
              </a:spcBef>
              <a:spcAft>
                <a:spcPts val="0"/>
              </a:spcAft>
              <a:buSzPts val="2760"/>
              <a:buNone/>
              <a:defRPr sz="2760"/>
            </a:lvl9pPr>
          </a:lstStyle>
          <a:p>
            <a:endParaRPr/>
          </a:p>
        </p:txBody>
      </p:sp>
      <p:sp>
        <p:nvSpPr>
          <p:cNvPr id="138" name="Google Shape;138;p17"/>
          <p:cNvSpPr txBox="1">
            <a:spLocks noGrp="1"/>
          </p:cNvSpPr>
          <p:nvPr>
            <p:ph type="body" idx="4"/>
          </p:nvPr>
        </p:nvSpPr>
        <p:spPr>
          <a:xfrm>
            <a:off x="15993932" y="12894782"/>
            <a:ext cx="11886581" cy="1767203"/>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3067"/>
              </a:spcBef>
              <a:spcAft>
                <a:spcPts val="0"/>
              </a:spcAft>
              <a:buSzPts val="6747"/>
              <a:buNone/>
              <a:defRPr sz="6747" b="0">
                <a:solidFill>
                  <a:schemeClr val="dk1"/>
                </a:solidFill>
              </a:defRPr>
            </a:lvl1pPr>
            <a:lvl2pPr marL="914400" lvl="1" indent="-228600" algn="l">
              <a:lnSpc>
                <a:spcPct val="120000"/>
              </a:lnSpc>
              <a:spcBef>
                <a:spcPts val="1533"/>
              </a:spcBef>
              <a:spcAft>
                <a:spcPts val="0"/>
              </a:spcAft>
              <a:buSzPts val="6133"/>
              <a:buNone/>
              <a:defRPr sz="6133" b="1"/>
            </a:lvl2pPr>
            <a:lvl3pPr marL="1371600" lvl="2" indent="-228600" algn="l">
              <a:lnSpc>
                <a:spcPct val="120000"/>
              </a:lnSpc>
              <a:spcBef>
                <a:spcPts val="1533"/>
              </a:spcBef>
              <a:spcAft>
                <a:spcPts val="0"/>
              </a:spcAft>
              <a:buSzPts val="5520"/>
              <a:buNone/>
              <a:defRPr sz="5520" b="1"/>
            </a:lvl3pPr>
            <a:lvl4pPr marL="1828800" lvl="3" indent="-228600" algn="l">
              <a:lnSpc>
                <a:spcPct val="120000"/>
              </a:lnSpc>
              <a:spcBef>
                <a:spcPts val="1533"/>
              </a:spcBef>
              <a:spcAft>
                <a:spcPts val="0"/>
              </a:spcAft>
              <a:buSzPts val="4907"/>
              <a:buNone/>
              <a:defRPr sz="4907" b="1"/>
            </a:lvl4pPr>
            <a:lvl5pPr marL="2286000" lvl="4" indent="-228600" algn="l">
              <a:lnSpc>
                <a:spcPct val="120000"/>
              </a:lnSpc>
              <a:spcBef>
                <a:spcPts val="1533"/>
              </a:spcBef>
              <a:spcAft>
                <a:spcPts val="0"/>
              </a:spcAft>
              <a:buSzPts val="4907"/>
              <a:buNone/>
              <a:defRPr sz="4907" b="1"/>
            </a:lvl5pPr>
            <a:lvl6pPr marL="2743200" lvl="5" indent="-228600" algn="l">
              <a:lnSpc>
                <a:spcPct val="120000"/>
              </a:lnSpc>
              <a:spcBef>
                <a:spcPts val="1533"/>
              </a:spcBef>
              <a:spcAft>
                <a:spcPts val="0"/>
              </a:spcAft>
              <a:buSzPts val="4907"/>
              <a:buNone/>
              <a:defRPr sz="4907" b="1"/>
            </a:lvl6pPr>
            <a:lvl7pPr marL="3200400" lvl="6" indent="-228600" algn="l">
              <a:lnSpc>
                <a:spcPct val="120000"/>
              </a:lnSpc>
              <a:spcBef>
                <a:spcPts val="1533"/>
              </a:spcBef>
              <a:spcAft>
                <a:spcPts val="0"/>
              </a:spcAft>
              <a:buSzPts val="4907"/>
              <a:buNone/>
              <a:defRPr sz="4907" b="1"/>
            </a:lvl7pPr>
            <a:lvl8pPr marL="3657600" lvl="7" indent="-228600" algn="l">
              <a:lnSpc>
                <a:spcPct val="120000"/>
              </a:lnSpc>
              <a:spcBef>
                <a:spcPts val="1533"/>
              </a:spcBef>
              <a:spcAft>
                <a:spcPts val="0"/>
              </a:spcAft>
              <a:buSzPts val="4907"/>
              <a:buNone/>
              <a:defRPr sz="4907" b="1"/>
            </a:lvl8pPr>
            <a:lvl9pPr marL="4114800" lvl="8" indent="-228600" algn="l">
              <a:lnSpc>
                <a:spcPct val="120000"/>
              </a:lnSpc>
              <a:spcBef>
                <a:spcPts val="1533"/>
              </a:spcBef>
              <a:spcAft>
                <a:spcPts val="0"/>
              </a:spcAft>
              <a:buSzPts val="4907"/>
              <a:buNone/>
              <a:defRPr sz="4907" b="1"/>
            </a:lvl9pPr>
          </a:lstStyle>
          <a:p>
            <a:endParaRPr/>
          </a:p>
        </p:txBody>
      </p:sp>
      <p:sp>
        <p:nvSpPr>
          <p:cNvPr id="139" name="Google Shape;139;p17"/>
          <p:cNvSpPr>
            <a:spLocks noGrp="1"/>
          </p:cNvSpPr>
          <p:nvPr>
            <p:ph type="pic" idx="5"/>
          </p:nvPr>
        </p:nvSpPr>
        <p:spPr>
          <a:xfrm>
            <a:off x="15988853" y="7259085"/>
            <a:ext cx="11892067" cy="4673600"/>
          </a:xfrm>
          <a:prstGeom prst="roundRect">
            <a:avLst>
              <a:gd name="adj" fmla="val 8841"/>
            </a:avLst>
          </a:prstGeom>
          <a:noFill/>
          <a:ln w="82550" cap="sq" cmpd="sng">
            <a:solidFill>
              <a:srgbClr val="EAEAEA"/>
            </a:solidFill>
            <a:prstDash val="solid"/>
            <a:miter lim="800000"/>
            <a:headEnd type="none" w="sm" len="sm"/>
            <a:tailEnd type="none" w="sm" len="sm"/>
          </a:ln>
        </p:spPr>
      </p:sp>
      <p:sp>
        <p:nvSpPr>
          <p:cNvPr id="140" name="Google Shape;140;p17"/>
          <p:cNvSpPr txBox="1">
            <a:spLocks noGrp="1"/>
          </p:cNvSpPr>
          <p:nvPr>
            <p:ph type="body" idx="6"/>
          </p:nvPr>
        </p:nvSpPr>
        <p:spPr>
          <a:xfrm>
            <a:off x="15988853" y="14661980"/>
            <a:ext cx="11892067" cy="3097698"/>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067"/>
              </a:spcBef>
              <a:spcAft>
                <a:spcPts val="0"/>
              </a:spcAft>
              <a:buSzPts val="4293"/>
              <a:buNone/>
              <a:defRPr sz="4293"/>
            </a:lvl1pPr>
            <a:lvl2pPr marL="914400" lvl="1" indent="-228600" algn="l">
              <a:lnSpc>
                <a:spcPct val="120000"/>
              </a:lnSpc>
              <a:spcBef>
                <a:spcPts val="1533"/>
              </a:spcBef>
              <a:spcAft>
                <a:spcPts val="0"/>
              </a:spcAft>
              <a:buSzPts val="3680"/>
              <a:buNone/>
              <a:defRPr sz="3680"/>
            </a:lvl2pPr>
            <a:lvl3pPr marL="1371600" lvl="2" indent="-228600" algn="l">
              <a:lnSpc>
                <a:spcPct val="120000"/>
              </a:lnSpc>
              <a:spcBef>
                <a:spcPts val="1533"/>
              </a:spcBef>
              <a:spcAft>
                <a:spcPts val="0"/>
              </a:spcAft>
              <a:buSzPts val="3067"/>
              <a:buNone/>
              <a:defRPr sz="3067"/>
            </a:lvl3pPr>
            <a:lvl4pPr marL="1828800" lvl="3" indent="-228600" algn="l">
              <a:lnSpc>
                <a:spcPct val="120000"/>
              </a:lnSpc>
              <a:spcBef>
                <a:spcPts val="1533"/>
              </a:spcBef>
              <a:spcAft>
                <a:spcPts val="0"/>
              </a:spcAft>
              <a:buSzPts val="2760"/>
              <a:buNone/>
              <a:defRPr sz="2760"/>
            </a:lvl4pPr>
            <a:lvl5pPr marL="2286000" lvl="4" indent="-228600" algn="l">
              <a:lnSpc>
                <a:spcPct val="120000"/>
              </a:lnSpc>
              <a:spcBef>
                <a:spcPts val="1533"/>
              </a:spcBef>
              <a:spcAft>
                <a:spcPts val="0"/>
              </a:spcAft>
              <a:buSzPts val="2760"/>
              <a:buNone/>
              <a:defRPr sz="2760"/>
            </a:lvl5pPr>
            <a:lvl6pPr marL="2743200" lvl="5" indent="-228600" algn="l">
              <a:lnSpc>
                <a:spcPct val="120000"/>
              </a:lnSpc>
              <a:spcBef>
                <a:spcPts val="1533"/>
              </a:spcBef>
              <a:spcAft>
                <a:spcPts val="0"/>
              </a:spcAft>
              <a:buSzPts val="2760"/>
              <a:buNone/>
              <a:defRPr sz="2760"/>
            </a:lvl6pPr>
            <a:lvl7pPr marL="3200400" lvl="6" indent="-228600" algn="l">
              <a:lnSpc>
                <a:spcPct val="120000"/>
              </a:lnSpc>
              <a:spcBef>
                <a:spcPts val="1533"/>
              </a:spcBef>
              <a:spcAft>
                <a:spcPts val="0"/>
              </a:spcAft>
              <a:buSzPts val="2760"/>
              <a:buNone/>
              <a:defRPr sz="2760"/>
            </a:lvl7pPr>
            <a:lvl8pPr marL="3657600" lvl="7" indent="-228600" algn="l">
              <a:lnSpc>
                <a:spcPct val="120000"/>
              </a:lnSpc>
              <a:spcBef>
                <a:spcPts val="1533"/>
              </a:spcBef>
              <a:spcAft>
                <a:spcPts val="0"/>
              </a:spcAft>
              <a:buSzPts val="2760"/>
              <a:buNone/>
              <a:defRPr sz="2760"/>
            </a:lvl8pPr>
            <a:lvl9pPr marL="4114800" lvl="8" indent="-228600" algn="l">
              <a:lnSpc>
                <a:spcPct val="120000"/>
              </a:lnSpc>
              <a:spcBef>
                <a:spcPts val="1533"/>
              </a:spcBef>
              <a:spcAft>
                <a:spcPts val="0"/>
              </a:spcAft>
              <a:buSzPts val="2760"/>
              <a:buNone/>
              <a:defRPr sz="2760"/>
            </a:lvl9pPr>
          </a:lstStyle>
          <a:p>
            <a:endParaRPr/>
          </a:p>
        </p:txBody>
      </p:sp>
      <p:sp>
        <p:nvSpPr>
          <p:cNvPr id="141" name="Google Shape;141;p17"/>
          <p:cNvSpPr txBox="1">
            <a:spLocks noGrp="1"/>
          </p:cNvSpPr>
          <p:nvPr>
            <p:ph type="body" idx="7"/>
          </p:nvPr>
        </p:nvSpPr>
        <p:spPr>
          <a:xfrm>
            <a:off x="28703874" y="12894782"/>
            <a:ext cx="11882452" cy="1767203"/>
          </a:xfrm>
          <a:prstGeom prst="rect">
            <a:avLst/>
          </a:prstGeom>
          <a:noFill/>
          <a:ln>
            <a:noFill/>
          </a:ln>
        </p:spPr>
        <p:txBody>
          <a:bodyPr spcFirstLastPara="1" wrap="square" lIns="91425" tIns="45700" rIns="91425" bIns="45700" anchor="b" anchorCtr="0">
            <a:noAutofit/>
          </a:bodyPr>
          <a:lstStyle>
            <a:lvl1pPr marL="457200" lvl="0" indent="-228600" algn="ctr">
              <a:lnSpc>
                <a:spcPct val="85000"/>
              </a:lnSpc>
              <a:spcBef>
                <a:spcPts val="3067"/>
              </a:spcBef>
              <a:spcAft>
                <a:spcPts val="0"/>
              </a:spcAft>
              <a:buSzPts val="6747"/>
              <a:buNone/>
              <a:defRPr sz="6747" b="0">
                <a:solidFill>
                  <a:schemeClr val="dk1"/>
                </a:solidFill>
              </a:defRPr>
            </a:lvl1pPr>
            <a:lvl2pPr marL="914400" lvl="1" indent="-228600" algn="l">
              <a:lnSpc>
                <a:spcPct val="120000"/>
              </a:lnSpc>
              <a:spcBef>
                <a:spcPts val="1533"/>
              </a:spcBef>
              <a:spcAft>
                <a:spcPts val="0"/>
              </a:spcAft>
              <a:buSzPts val="6133"/>
              <a:buNone/>
              <a:defRPr sz="6133" b="1"/>
            </a:lvl2pPr>
            <a:lvl3pPr marL="1371600" lvl="2" indent="-228600" algn="l">
              <a:lnSpc>
                <a:spcPct val="120000"/>
              </a:lnSpc>
              <a:spcBef>
                <a:spcPts val="1533"/>
              </a:spcBef>
              <a:spcAft>
                <a:spcPts val="0"/>
              </a:spcAft>
              <a:buSzPts val="5520"/>
              <a:buNone/>
              <a:defRPr sz="5520" b="1"/>
            </a:lvl3pPr>
            <a:lvl4pPr marL="1828800" lvl="3" indent="-228600" algn="l">
              <a:lnSpc>
                <a:spcPct val="120000"/>
              </a:lnSpc>
              <a:spcBef>
                <a:spcPts val="1533"/>
              </a:spcBef>
              <a:spcAft>
                <a:spcPts val="0"/>
              </a:spcAft>
              <a:buSzPts val="4907"/>
              <a:buNone/>
              <a:defRPr sz="4907" b="1"/>
            </a:lvl4pPr>
            <a:lvl5pPr marL="2286000" lvl="4" indent="-228600" algn="l">
              <a:lnSpc>
                <a:spcPct val="120000"/>
              </a:lnSpc>
              <a:spcBef>
                <a:spcPts val="1533"/>
              </a:spcBef>
              <a:spcAft>
                <a:spcPts val="0"/>
              </a:spcAft>
              <a:buSzPts val="4907"/>
              <a:buNone/>
              <a:defRPr sz="4907" b="1"/>
            </a:lvl5pPr>
            <a:lvl6pPr marL="2743200" lvl="5" indent="-228600" algn="l">
              <a:lnSpc>
                <a:spcPct val="120000"/>
              </a:lnSpc>
              <a:spcBef>
                <a:spcPts val="1533"/>
              </a:spcBef>
              <a:spcAft>
                <a:spcPts val="0"/>
              </a:spcAft>
              <a:buSzPts val="4907"/>
              <a:buNone/>
              <a:defRPr sz="4907" b="1"/>
            </a:lvl6pPr>
            <a:lvl7pPr marL="3200400" lvl="6" indent="-228600" algn="l">
              <a:lnSpc>
                <a:spcPct val="120000"/>
              </a:lnSpc>
              <a:spcBef>
                <a:spcPts val="1533"/>
              </a:spcBef>
              <a:spcAft>
                <a:spcPts val="0"/>
              </a:spcAft>
              <a:buSzPts val="4907"/>
              <a:buNone/>
              <a:defRPr sz="4907" b="1"/>
            </a:lvl7pPr>
            <a:lvl8pPr marL="3657600" lvl="7" indent="-228600" algn="l">
              <a:lnSpc>
                <a:spcPct val="120000"/>
              </a:lnSpc>
              <a:spcBef>
                <a:spcPts val="1533"/>
              </a:spcBef>
              <a:spcAft>
                <a:spcPts val="0"/>
              </a:spcAft>
              <a:buSzPts val="4907"/>
              <a:buNone/>
              <a:defRPr sz="4907" b="1"/>
            </a:lvl8pPr>
            <a:lvl9pPr marL="4114800" lvl="8" indent="-228600" algn="l">
              <a:lnSpc>
                <a:spcPct val="120000"/>
              </a:lnSpc>
              <a:spcBef>
                <a:spcPts val="1533"/>
              </a:spcBef>
              <a:spcAft>
                <a:spcPts val="0"/>
              </a:spcAft>
              <a:buSzPts val="4907"/>
              <a:buNone/>
              <a:defRPr sz="4907" b="1"/>
            </a:lvl9pPr>
          </a:lstStyle>
          <a:p>
            <a:endParaRPr/>
          </a:p>
        </p:txBody>
      </p:sp>
      <p:sp>
        <p:nvSpPr>
          <p:cNvPr id="142" name="Google Shape;142;p17"/>
          <p:cNvSpPr>
            <a:spLocks noGrp="1"/>
          </p:cNvSpPr>
          <p:nvPr>
            <p:ph type="pic" idx="8"/>
          </p:nvPr>
        </p:nvSpPr>
        <p:spPr>
          <a:xfrm>
            <a:off x="28703873" y="7259085"/>
            <a:ext cx="11897741" cy="4673600"/>
          </a:xfrm>
          <a:prstGeom prst="roundRect">
            <a:avLst>
              <a:gd name="adj" fmla="val 8841"/>
            </a:avLst>
          </a:prstGeom>
          <a:noFill/>
          <a:ln w="82550" cap="sq" cmpd="sng">
            <a:solidFill>
              <a:srgbClr val="EAEAEA"/>
            </a:solidFill>
            <a:prstDash val="solid"/>
            <a:miter lim="800000"/>
            <a:headEnd type="none" w="sm" len="sm"/>
            <a:tailEnd type="none" w="sm" len="sm"/>
          </a:ln>
        </p:spPr>
      </p:sp>
      <p:sp>
        <p:nvSpPr>
          <p:cNvPr id="143" name="Google Shape;143;p17"/>
          <p:cNvSpPr txBox="1">
            <a:spLocks noGrp="1"/>
          </p:cNvSpPr>
          <p:nvPr>
            <p:ph type="body" idx="9"/>
          </p:nvPr>
        </p:nvSpPr>
        <p:spPr>
          <a:xfrm>
            <a:off x="28703425" y="14661974"/>
            <a:ext cx="11898191" cy="3097704"/>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3067"/>
              </a:spcBef>
              <a:spcAft>
                <a:spcPts val="0"/>
              </a:spcAft>
              <a:buSzPts val="4293"/>
              <a:buNone/>
              <a:defRPr sz="4293"/>
            </a:lvl1pPr>
            <a:lvl2pPr marL="914400" lvl="1" indent="-228600" algn="l">
              <a:lnSpc>
                <a:spcPct val="120000"/>
              </a:lnSpc>
              <a:spcBef>
                <a:spcPts val="1533"/>
              </a:spcBef>
              <a:spcAft>
                <a:spcPts val="0"/>
              </a:spcAft>
              <a:buSzPts val="3680"/>
              <a:buNone/>
              <a:defRPr sz="3680"/>
            </a:lvl2pPr>
            <a:lvl3pPr marL="1371600" lvl="2" indent="-228600" algn="l">
              <a:lnSpc>
                <a:spcPct val="120000"/>
              </a:lnSpc>
              <a:spcBef>
                <a:spcPts val="1533"/>
              </a:spcBef>
              <a:spcAft>
                <a:spcPts val="0"/>
              </a:spcAft>
              <a:buSzPts val="3067"/>
              <a:buNone/>
              <a:defRPr sz="3067"/>
            </a:lvl3pPr>
            <a:lvl4pPr marL="1828800" lvl="3" indent="-228600" algn="l">
              <a:lnSpc>
                <a:spcPct val="120000"/>
              </a:lnSpc>
              <a:spcBef>
                <a:spcPts val="1533"/>
              </a:spcBef>
              <a:spcAft>
                <a:spcPts val="0"/>
              </a:spcAft>
              <a:buSzPts val="2760"/>
              <a:buNone/>
              <a:defRPr sz="2760"/>
            </a:lvl4pPr>
            <a:lvl5pPr marL="2286000" lvl="4" indent="-228600" algn="l">
              <a:lnSpc>
                <a:spcPct val="120000"/>
              </a:lnSpc>
              <a:spcBef>
                <a:spcPts val="1533"/>
              </a:spcBef>
              <a:spcAft>
                <a:spcPts val="0"/>
              </a:spcAft>
              <a:buSzPts val="2760"/>
              <a:buNone/>
              <a:defRPr sz="2760"/>
            </a:lvl5pPr>
            <a:lvl6pPr marL="2743200" lvl="5" indent="-228600" algn="l">
              <a:lnSpc>
                <a:spcPct val="120000"/>
              </a:lnSpc>
              <a:spcBef>
                <a:spcPts val="1533"/>
              </a:spcBef>
              <a:spcAft>
                <a:spcPts val="0"/>
              </a:spcAft>
              <a:buSzPts val="2760"/>
              <a:buNone/>
              <a:defRPr sz="2760"/>
            </a:lvl6pPr>
            <a:lvl7pPr marL="3200400" lvl="6" indent="-228600" algn="l">
              <a:lnSpc>
                <a:spcPct val="120000"/>
              </a:lnSpc>
              <a:spcBef>
                <a:spcPts val="1533"/>
              </a:spcBef>
              <a:spcAft>
                <a:spcPts val="0"/>
              </a:spcAft>
              <a:buSzPts val="2760"/>
              <a:buNone/>
              <a:defRPr sz="2760"/>
            </a:lvl7pPr>
            <a:lvl8pPr marL="3657600" lvl="7" indent="-228600" algn="l">
              <a:lnSpc>
                <a:spcPct val="120000"/>
              </a:lnSpc>
              <a:spcBef>
                <a:spcPts val="1533"/>
              </a:spcBef>
              <a:spcAft>
                <a:spcPts val="0"/>
              </a:spcAft>
              <a:buSzPts val="2760"/>
              <a:buNone/>
              <a:defRPr sz="2760"/>
            </a:lvl8pPr>
            <a:lvl9pPr marL="4114800" lvl="8" indent="-228600" algn="l">
              <a:lnSpc>
                <a:spcPct val="120000"/>
              </a:lnSpc>
              <a:spcBef>
                <a:spcPts val="1533"/>
              </a:spcBef>
              <a:spcAft>
                <a:spcPts val="0"/>
              </a:spcAft>
              <a:buSzPts val="2760"/>
              <a:buNone/>
              <a:defRPr sz="2760"/>
            </a:lvl9pPr>
          </a:lstStyle>
          <a:p>
            <a:endParaRPr/>
          </a:p>
        </p:txBody>
      </p:sp>
      <p:sp>
        <p:nvSpPr>
          <p:cNvPr id="144" name="Google Shape;144;p17"/>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7"/>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7"/>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7"/>
        <p:cNvGrpSpPr/>
        <p:nvPr/>
      </p:nvGrpSpPr>
      <p:grpSpPr>
        <a:xfrm>
          <a:off x="0" y="0"/>
          <a:ext cx="0" cy="0"/>
          <a:chOff x="0" y="0"/>
          <a:chExt cx="0" cy="0"/>
        </a:xfrm>
      </p:grpSpPr>
      <p:pic>
        <p:nvPicPr>
          <p:cNvPr id="148" name="Google Shape;148;p18"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149" name="Google Shape;149;p18"/>
          <p:cNvSpPr txBox="1">
            <a:spLocks noGrp="1"/>
          </p:cNvSpPr>
          <p:nvPr>
            <p:ph type="title"/>
          </p:nvPr>
        </p:nvSpPr>
        <p:spPr>
          <a:xfrm>
            <a:off x="3289592" y="1896787"/>
            <a:ext cx="37312024" cy="489494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18"/>
          <p:cNvSpPr txBox="1">
            <a:spLocks noGrp="1"/>
          </p:cNvSpPr>
          <p:nvPr>
            <p:ph type="body" idx="1"/>
          </p:nvPr>
        </p:nvSpPr>
        <p:spPr>
          <a:xfrm rot="5400000">
            <a:off x="16695306" y="-6146629"/>
            <a:ext cx="10500595" cy="3731202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3067"/>
              </a:spcBef>
              <a:spcAft>
                <a:spcPts val="0"/>
              </a:spcAft>
              <a:buSzPts val="1800"/>
              <a:buChar char="•"/>
              <a:defRPr/>
            </a:lvl1pPr>
            <a:lvl2pPr marL="914400" lvl="1" indent="-342900" algn="l">
              <a:lnSpc>
                <a:spcPct val="120000"/>
              </a:lnSpc>
              <a:spcBef>
                <a:spcPts val="1533"/>
              </a:spcBef>
              <a:spcAft>
                <a:spcPts val="0"/>
              </a:spcAft>
              <a:buSzPts val="1800"/>
              <a:buChar char="•"/>
              <a:defRPr/>
            </a:lvl2pPr>
            <a:lvl3pPr marL="1371600" lvl="2" indent="-342900" algn="l">
              <a:lnSpc>
                <a:spcPct val="120000"/>
              </a:lnSpc>
              <a:spcBef>
                <a:spcPts val="1533"/>
              </a:spcBef>
              <a:spcAft>
                <a:spcPts val="0"/>
              </a:spcAft>
              <a:buSzPts val="1800"/>
              <a:buChar char="•"/>
              <a:defRPr/>
            </a:lvl3pPr>
            <a:lvl4pPr marL="1828800" lvl="3" indent="-342900" algn="l">
              <a:lnSpc>
                <a:spcPct val="120000"/>
              </a:lnSpc>
              <a:spcBef>
                <a:spcPts val="1533"/>
              </a:spcBef>
              <a:spcAft>
                <a:spcPts val="0"/>
              </a:spcAft>
              <a:buSzPts val="1800"/>
              <a:buChar char="•"/>
              <a:defRPr/>
            </a:lvl4pPr>
            <a:lvl5pPr marL="2286000" lvl="4" indent="-342900" algn="l">
              <a:lnSpc>
                <a:spcPct val="120000"/>
              </a:lnSpc>
              <a:spcBef>
                <a:spcPts val="1533"/>
              </a:spcBef>
              <a:spcAft>
                <a:spcPts val="0"/>
              </a:spcAft>
              <a:buSzPts val="1800"/>
              <a:buChar char="•"/>
              <a:defRPr/>
            </a:lvl5pPr>
            <a:lvl6pPr marL="2743200" lvl="5" indent="-342900" algn="l">
              <a:lnSpc>
                <a:spcPct val="120000"/>
              </a:lnSpc>
              <a:spcBef>
                <a:spcPts val="1533"/>
              </a:spcBef>
              <a:spcAft>
                <a:spcPts val="0"/>
              </a:spcAft>
              <a:buSzPts val="1800"/>
              <a:buChar char="•"/>
              <a:defRPr/>
            </a:lvl6pPr>
            <a:lvl7pPr marL="3200400" lvl="6" indent="-342900" algn="l">
              <a:lnSpc>
                <a:spcPct val="120000"/>
              </a:lnSpc>
              <a:spcBef>
                <a:spcPts val="1533"/>
              </a:spcBef>
              <a:spcAft>
                <a:spcPts val="0"/>
              </a:spcAft>
              <a:buSzPts val="1800"/>
              <a:buChar char="•"/>
              <a:defRPr/>
            </a:lvl7pPr>
            <a:lvl8pPr marL="3657600" lvl="7" indent="-342900" algn="l">
              <a:lnSpc>
                <a:spcPct val="120000"/>
              </a:lnSpc>
              <a:spcBef>
                <a:spcPts val="1533"/>
              </a:spcBef>
              <a:spcAft>
                <a:spcPts val="0"/>
              </a:spcAft>
              <a:buSzPts val="1800"/>
              <a:buChar char="•"/>
              <a:defRPr/>
            </a:lvl8pPr>
            <a:lvl9pPr marL="4114800" lvl="8" indent="-342900" algn="l">
              <a:lnSpc>
                <a:spcPct val="120000"/>
              </a:lnSpc>
              <a:spcBef>
                <a:spcPts val="1533"/>
              </a:spcBef>
              <a:spcAft>
                <a:spcPts val="0"/>
              </a:spcAft>
              <a:buSzPts val="1800"/>
              <a:buChar char="•"/>
              <a:defRPr/>
            </a:lvl9pPr>
          </a:lstStyle>
          <a:p>
            <a:endParaRPr/>
          </a:p>
        </p:txBody>
      </p:sp>
      <p:sp>
        <p:nvSpPr>
          <p:cNvPr id="151" name="Google Shape;151;p18"/>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18"/>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18"/>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4"/>
        <p:cNvGrpSpPr/>
        <p:nvPr/>
      </p:nvGrpSpPr>
      <p:grpSpPr>
        <a:xfrm>
          <a:off x="0" y="0"/>
          <a:ext cx="0" cy="0"/>
          <a:chOff x="0" y="0"/>
          <a:chExt cx="0" cy="0"/>
        </a:xfrm>
      </p:grpSpPr>
      <p:pic>
        <p:nvPicPr>
          <p:cNvPr id="155" name="Google Shape;155;p19" descr="Droplets-HD-Content-R1d.png"/>
          <p:cNvPicPr preferRelativeResize="0"/>
          <p:nvPr/>
        </p:nvPicPr>
        <p:blipFill rotWithShape="1">
          <a:blip r:embed="rId2">
            <a:alphaModFix/>
          </a:blip>
          <a:srcRect/>
          <a:stretch/>
        </p:blipFill>
        <p:spPr>
          <a:xfrm>
            <a:off x="0" y="0"/>
            <a:ext cx="43891200" cy="21031200"/>
          </a:xfrm>
          <a:prstGeom prst="rect">
            <a:avLst/>
          </a:prstGeom>
          <a:noFill/>
          <a:ln>
            <a:noFill/>
          </a:ln>
        </p:spPr>
      </p:pic>
      <p:sp>
        <p:nvSpPr>
          <p:cNvPr id="156" name="Google Shape;156;p19"/>
          <p:cNvSpPr txBox="1">
            <a:spLocks noGrp="1"/>
          </p:cNvSpPr>
          <p:nvPr>
            <p:ph type="title"/>
          </p:nvPr>
        </p:nvSpPr>
        <p:spPr>
          <a:xfrm rot="5400000">
            <a:off x="28060509" y="5218577"/>
            <a:ext cx="15890237" cy="919197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1040"/>
              <a:buFont typeface="Twentieth Centur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7" name="Google Shape;157;p19"/>
          <p:cNvSpPr txBox="1">
            <a:spLocks noGrp="1"/>
          </p:cNvSpPr>
          <p:nvPr>
            <p:ph type="body" idx="1"/>
          </p:nvPr>
        </p:nvSpPr>
        <p:spPr>
          <a:xfrm rot="5400000">
            <a:off x="9130175" y="-3971139"/>
            <a:ext cx="15890237" cy="27571406"/>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3067"/>
              </a:spcBef>
              <a:spcAft>
                <a:spcPts val="0"/>
              </a:spcAft>
              <a:buSzPts val="1800"/>
              <a:buChar char="•"/>
              <a:defRPr/>
            </a:lvl1pPr>
            <a:lvl2pPr marL="914400" lvl="1" indent="-342900" algn="l">
              <a:lnSpc>
                <a:spcPct val="120000"/>
              </a:lnSpc>
              <a:spcBef>
                <a:spcPts val="1533"/>
              </a:spcBef>
              <a:spcAft>
                <a:spcPts val="0"/>
              </a:spcAft>
              <a:buSzPts val="1800"/>
              <a:buChar char="•"/>
              <a:defRPr/>
            </a:lvl2pPr>
            <a:lvl3pPr marL="1371600" lvl="2" indent="-342900" algn="l">
              <a:lnSpc>
                <a:spcPct val="120000"/>
              </a:lnSpc>
              <a:spcBef>
                <a:spcPts val="1533"/>
              </a:spcBef>
              <a:spcAft>
                <a:spcPts val="0"/>
              </a:spcAft>
              <a:buSzPts val="1800"/>
              <a:buChar char="•"/>
              <a:defRPr/>
            </a:lvl3pPr>
            <a:lvl4pPr marL="1828800" lvl="3" indent="-342900" algn="l">
              <a:lnSpc>
                <a:spcPct val="120000"/>
              </a:lnSpc>
              <a:spcBef>
                <a:spcPts val="1533"/>
              </a:spcBef>
              <a:spcAft>
                <a:spcPts val="0"/>
              </a:spcAft>
              <a:buSzPts val="1800"/>
              <a:buChar char="•"/>
              <a:defRPr/>
            </a:lvl4pPr>
            <a:lvl5pPr marL="2286000" lvl="4" indent="-342900" algn="l">
              <a:lnSpc>
                <a:spcPct val="120000"/>
              </a:lnSpc>
              <a:spcBef>
                <a:spcPts val="1533"/>
              </a:spcBef>
              <a:spcAft>
                <a:spcPts val="0"/>
              </a:spcAft>
              <a:buSzPts val="1800"/>
              <a:buChar char="•"/>
              <a:defRPr/>
            </a:lvl5pPr>
            <a:lvl6pPr marL="2743200" lvl="5" indent="-342900" algn="l">
              <a:lnSpc>
                <a:spcPct val="120000"/>
              </a:lnSpc>
              <a:spcBef>
                <a:spcPts val="1533"/>
              </a:spcBef>
              <a:spcAft>
                <a:spcPts val="0"/>
              </a:spcAft>
              <a:buSzPts val="1800"/>
              <a:buChar char="•"/>
              <a:defRPr/>
            </a:lvl6pPr>
            <a:lvl7pPr marL="3200400" lvl="6" indent="-342900" algn="l">
              <a:lnSpc>
                <a:spcPct val="120000"/>
              </a:lnSpc>
              <a:spcBef>
                <a:spcPts val="1533"/>
              </a:spcBef>
              <a:spcAft>
                <a:spcPts val="0"/>
              </a:spcAft>
              <a:buSzPts val="1800"/>
              <a:buChar char="•"/>
              <a:defRPr/>
            </a:lvl7pPr>
            <a:lvl8pPr marL="3657600" lvl="7" indent="-342900" algn="l">
              <a:lnSpc>
                <a:spcPct val="120000"/>
              </a:lnSpc>
              <a:spcBef>
                <a:spcPts val="1533"/>
              </a:spcBef>
              <a:spcAft>
                <a:spcPts val="0"/>
              </a:spcAft>
              <a:buSzPts val="1800"/>
              <a:buChar char="•"/>
              <a:defRPr/>
            </a:lvl8pPr>
            <a:lvl9pPr marL="4114800" lvl="8" indent="-342900" algn="l">
              <a:lnSpc>
                <a:spcPct val="120000"/>
              </a:lnSpc>
              <a:spcBef>
                <a:spcPts val="1533"/>
              </a:spcBef>
              <a:spcAft>
                <a:spcPts val="0"/>
              </a:spcAft>
              <a:buSzPts val="1800"/>
              <a:buChar char="•"/>
              <a:defRPr/>
            </a:lvl9pPr>
          </a:lstStyle>
          <a:p>
            <a:endParaRPr/>
          </a:p>
        </p:txBody>
      </p:sp>
      <p:sp>
        <p:nvSpPr>
          <p:cNvPr id="158" name="Google Shape;158;p19"/>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19"/>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9"/>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100000">
              <a:srgbClr val="B7B7B7"/>
            </a:gs>
          </a:gsLst>
          <a:lin ang="5400000" scaled="0"/>
        </a:gradFill>
        <a:effectLst/>
      </p:bgPr>
    </p:bg>
    <p:spTree>
      <p:nvGrpSpPr>
        <p:cNvPr id="1" name="Shape 5"/>
        <p:cNvGrpSpPr/>
        <p:nvPr/>
      </p:nvGrpSpPr>
      <p:grpSpPr>
        <a:xfrm>
          <a:off x="0" y="0"/>
          <a:ext cx="0" cy="0"/>
          <a:chOff x="0" y="0"/>
          <a:chExt cx="0" cy="0"/>
        </a:xfrm>
      </p:grpSpPr>
      <p:sp>
        <p:nvSpPr>
          <p:cNvPr id="7" name="Google Shape;7;p1"/>
          <p:cNvSpPr txBox="1">
            <a:spLocks noGrp="1"/>
          </p:cNvSpPr>
          <p:nvPr>
            <p:ph type="title"/>
          </p:nvPr>
        </p:nvSpPr>
        <p:spPr>
          <a:xfrm>
            <a:off x="3289592" y="1896787"/>
            <a:ext cx="37312024" cy="4894943"/>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chemeClr val="dk1"/>
              </a:buClr>
              <a:buSzPts val="11040"/>
              <a:buFont typeface="Twentieth Century"/>
              <a:buNone/>
              <a:defRPr sz="11040" b="0" i="0" u="none" strike="noStrike" cap="none">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3289590" y="7259087"/>
            <a:ext cx="37312027" cy="10500595"/>
          </a:xfrm>
          <a:prstGeom prst="rect">
            <a:avLst/>
          </a:prstGeom>
          <a:noFill/>
          <a:ln>
            <a:noFill/>
          </a:ln>
        </p:spPr>
        <p:txBody>
          <a:bodyPr spcFirstLastPara="1" wrap="square" lIns="91425" tIns="45700" rIns="91425" bIns="45700" anchor="t" anchorCtr="0">
            <a:normAutofit/>
          </a:bodyPr>
          <a:lstStyle>
            <a:lvl1pPr marL="457200" marR="0" lvl="0" indent="-618046" algn="l" rtl="0">
              <a:lnSpc>
                <a:spcPct val="120000"/>
              </a:lnSpc>
              <a:spcBef>
                <a:spcPts val="3067"/>
              </a:spcBef>
              <a:spcAft>
                <a:spcPts val="0"/>
              </a:spcAft>
              <a:buClr>
                <a:schemeClr val="dk1"/>
              </a:buClr>
              <a:buSzPts val="6133"/>
              <a:buFont typeface="Arial"/>
              <a:buChar char="•"/>
              <a:defRPr sz="6133" b="0" i="0" u="none" strike="noStrike" cap="none">
                <a:solidFill>
                  <a:schemeClr val="dk1"/>
                </a:solidFill>
                <a:latin typeface="Twentieth Century"/>
                <a:ea typeface="Twentieth Century"/>
                <a:cs typeface="Twentieth Century"/>
                <a:sym typeface="Twentieth Century"/>
              </a:defRPr>
            </a:lvl1pPr>
            <a:lvl2pPr marL="914400" marR="0" lvl="1" indent="-579120" algn="l" rtl="0">
              <a:lnSpc>
                <a:spcPct val="120000"/>
              </a:lnSpc>
              <a:spcBef>
                <a:spcPts val="1533"/>
              </a:spcBef>
              <a:spcAft>
                <a:spcPts val="0"/>
              </a:spcAft>
              <a:buClr>
                <a:schemeClr val="dk1"/>
              </a:buClr>
              <a:buSzPts val="5520"/>
              <a:buFont typeface="Arial"/>
              <a:buChar char="•"/>
              <a:defRPr sz="5520" b="0" i="0" u="none" strike="noStrike" cap="none">
                <a:solidFill>
                  <a:schemeClr val="dk1"/>
                </a:solidFill>
                <a:latin typeface="Twentieth Century"/>
                <a:ea typeface="Twentieth Century"/>
                <a:cs typeface="Twentieth Century"/>
                <a:sym typeface="Twentieth Century"/>
              </a:defRPr>
            </a:lvl2pPr>
            <a:lvl3pPr marL="1371600" marR="0" lvl="2" indent="-540195" algn="l" rtl="0">
              <a:lnSpc>
                <a:spcPct val="120000"/>
              </a:lnSpc>
              <a:spcBef>
                <a:spcPts val="1533"/>
              </a:spcBef>
              <a:spcAft>
                <a:spcPts val="0"/>
              </a:spcAft>
              <a:buClr>
                <a:schemeClr val="dk1"/>
              </a:buClr>
              <a:buSzPts val="4907"/>
              <a:buFont typeface="Arial"/>
              <a:buChar char="•"/>
              <a:defRPr sz="4907" b="0" i="0" u="none" strike="noStrike" cap="none">
                <a:solidFill>
                  <a:schemeClr val="dk1"/>
                </a:solidFill>
                <a:latin typeface="Twentieth Century"/>
                <a:ea typeface="Twentieth Century"/>
                <a:cs typeface="Twentieth Century"/>
                <a:sym typeface="Twentieth Century"/>
              </a:defRPr>
            </a:lvl3pPr>
            <a:lvl4pPr marL="1828800" marR="0" lvl="3" indent="-501205" algn="l" rtl="0">
              <a:lnSpc>
                <a:spcPct val="120000"/>
              </a:lnSpc>
              <a:spcBef>
                <a:spcPts val="1533"/>
              </a:spcBef>
              <a:spcAft>
                <a:spcPts val="0"/>
              </a:spcAft>
              <a:buClr>
                <a:schemeClr val="dk1"/>
              </a:buClr>
              <a:buSzPts val="4293"/>
              <a:buFont typeface="Arial"/>
              <a:buChar char="•"/>
              <a:defRPr sz="4293" b="0" i="0" u="none" strike="noStrike" cap="none">
                <a:solidFill>
                  <a:schemeClr val="dk1"/>
                </a:solidFill>
                <a:latin typeface="Twentieth Century"/>
                <a:ea typeface="Twentieth Century"/>
                <a:cs typeface="Twentieth Century"/>
                <a:sym typeface="Twentieth Century"/>
              </a:defRPr>
            </a:lvl4pPr>
            <a:lvl5pPr marL="2286000" marR="0" lvl="4" indent="-501205" algn="l" rtl="0">
              <a:lnSpc>
                <a:spcPct val="120000"/>
              </a:lnSpc>
              <a:spcBef>
                <a:spcPts val="1533"/>
              </a:spcBef>
              <a:spcAft>
                <a:spcPts val="0"/>
              </a:spcAft>
              <a:buClr>
                <a:schemeClr val="dk1"/>
              </a:buClr>
              <a:buSzPts val="4293"/>
              <a:buFont typeface="Arial"/>
              <a:buChar char="•"/>
              <a:defRPr sz="4293" b="0" i="0" u="none" strike="noStrike" cap="none">
                <a:solidFill>
                  <a:schemeClr val="dk1"/>
                </a:solidFill>
                <a:latin typeface="Twentieth Century"/>
                <a:ea typeface="Twentieth Century"/>
                <a:cs typeface="Twentieth Century"/>
                <a:sym typeface="Twentieth Century"/>
              </a:defRPr>
            </a:lvl5pPr>
            <a:lvl6pPr marL="2743200" marR="0" lvl="5" indent="-501205" algn="l" rtl="0">
              <a:lnSpc>
                <a:spcPct val="120000"/>
              </a:lnSpc>
              <a:spcBef>
                <a:spcPts val="1533"/>
              </a:spcBef>
              <a:spcAft>
                <a:spcPts val="0"/>
              </a:spcAft>
              <a:buClr>
                <a:schemeClr val="dk1"/>
              </a:buClr>
              <a:buSzPts val="4293"/>
              <a:buFont typeface="Arial"/>
              <a:buChar char="•"/>
              <a:defRPr sz="4293" b="0" i="0" u="none" strike="noStrike" cap="none">
                <a:solidFill>
                  <a:schemeClr val="dk1"/>
                </a:solidFill>
                <a:latin typeface="Twentieth Century"/>
                <a:ea typeface="Twentieth Century"/>
                <a:cs typeface="Twentieth Century"/>
                <a:sym typeface="Twentieth Century"/>
              </a:defRPr>
            </a:lvl6pPr>
            <a:lvl7pPr marL="3200400" marR="0" lvl="6" indent="-501205" algn="l" rtl="0">
              <a:lnSpc>
                <a:spcPct val="120000"/>
              </a:lnSpc>
              <a:spcBef>
                <a:spcPts val="1533"/>
              </a:spcBef>
              <a:spcAft>
                <a:spcPts val="0"/>
              </a:spcAft>
              <a:buClr>
                <a:schemeClr val="dk1"/>
              </a:buClr>
              <a:buSzPts val="4293"/>
              <a:buFont typeface="Arial"/>
              <a:buChar char="•"/>
              <a:defRPr sz="4293" b="0" i="0" u="none" strike="noStrike" cap="none">
                <a:solidFill>
                  <a:schemeClr val="dk1"/>
                </a:solidFill>
                <a:latin typeface="Twentieth Century"/>
                <a:ea typeface="Twentieth Century"/>
                <a:cs typeface="Twentieth Century"/>
                <a:sym typeface="Twentieth Century"/>
              </a:defRPr>
            </a:lvl7pPr>
            <a:lvl8pPr marL="3657600" marR="0" lvl="7" indent="-501205" algn="l" rtl="0">
              <a:lnSpc>
                <a:spcPct val="120000"/>
              </a:lnSpc>
              <a:spcBef>
                <a:spcPts val="1533"/>
              </a:spcBef>
              <a:spcAft>
                <a:spcPts val="0"/>
              </a:spcAft>
              <a:buClr>
                <a:schemeClr val="dk1"/>
              </a:buClr>
              <a:buSzPts val="4293"/>
              <a:buFont typeface="Arial"/>
              <a:buChar char="•"/>
              <a:defRPr sz="4293" b="0" i="0" u="none" strike="noStrike" cap="none">
                <a:solidFill>
                  <a:schemeClr val="dk1"/>
                </a:solidFill>
                <a:latin typeface="Twentieth Century"/>
                <a:ea typeface="Twentieth Century"/>
                <a:cs typeface="Twentieth Century"/>
                <a:sym typeface="Twentieth Century"/>
              </a:defRPr>
            </a:lvl8pPr>
            <a:lvl9pPr marL="4114800" marR="0" lvl="8" indent="-501205" algn="l" rtl="0">
              <a:lnSpc>
                <a:spcPct val="120000"/>
              </a:lnSpc>
              <a:spcBef>
                <a:spcPts val="1533"/>
              </a:spcBef>
              <a:spcAft>
                <a:spcPts val="0"/>
              </a:spcAft>
              <a:buClr>
                <a:schemeClr val="dk1"/>
              </a:buClr>
              <a:buSzPts val="4293"/>
              <a:buFont typeface="Arial"/>
              <a:buChar char="•"/>
              <a:defRPr sz="4293" b="0" i="0" u="none" strike="noStrike" cap="none">
                <a:solidFill>
                  <a:schemeClr val="dk1"/>
                </a:solidFill>
                <a:latin typeface="Twentieth Century"/>
                <a:ea typeface="Twentieth Century"/>
                <a:cs typeface="Twentieth Century"/>
                <a:sym typeface="Twentieth Century"/>
              </a:defRPr>
            </a:lvl9pPr>
          </a:lstStyle>
          <a:p>
            <a:endParaRPr dirty="0"/>
          </a:p>
        </p:txBody>
      </p:sp>
      <p:sp>
        <p:nvSpPr>
          <p:cNvPr id="9" name="Google Shape;9;p1"/>
          <p:cNvSpPr txBox="1">
            <a:spLocks noGrp="1"/>
          </p:cNvSpPr>
          <p:nvPr>
            <p:ph type="dt" idx="10"/>
          </p:nvPr>
        </p:nvSpPr>
        <p:spPr>
          <a:xfrm>
            <a:off x="27643453" y="18042045"/>
            <a:ext cx="9875520" cy="1119717"/>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3067" b="0" i="0" u="none" strike="noStrike" cap="none">
                <a:solidFill>
                  <a:schemeClr val="dk1"/>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0" name="Google Shape;10;p1"/>
          <p:cNvSpPr txBox="1">
            <a:spLocks noGrp="1"/>
          </p:cNvSpPr>
          <p:nvPr>
            <p:ph type="ftr" idx="11"/>
          </p:nvPr>
        </p:nvSpPr>
        <p:spPr>
          <a:xfrm>
            <a:off x="3289588" y="18042045"/>
            <a:ext cx="24022393" cy="11197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067" b="0" i="0" u="none" strike="noStrike" cap="none">
                <a:solidFill>
                  <a:schemeClr val="dk1"/>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1" name="Google Shape;11;p1"/>
          <p:cNvSpPr txBox="1">
            <a:spLocks noGrp="1"/>
          </p:cNvSpPr>
          <p:nvPr>
            <p:ph type="sldNum" idx="12"/>
          </p:nvPr>
        </p:nvSpPr>
        <p:spPr>
          <a:xfrm>
            <a:off x="37850441" y="18042045"/>
            <a:ext cx="2751174" cy="11197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3067" b="0" i="0" u="none" strike="noStrike" cap="none">
                <a:solidFill>
                  <a:schemeClr val="dk1"/>
                </a:solidFill>
                <a:latin typeface="Twentieth Century"/>
                <a:ea typeface="Twentieth Century"/>
                <a:cs typeface="Twentieth Century"/>
                <a:sym typeface="Twentieth Century"/>
              </a:defRPr>
            </a:lvl1pPr>
            <a:lvl2pPr marL="0" marR="0" lvl="1" indent="0" algn="r" rtl="0">
              <a:spcBef>
                <a:spcPts val="0"/>
              </a:spcBef>
              <a:buNone/>
              <a:defRPr sz="3067" b="0" i="0" u="none" strike="noStrike" cap="none">
                <a:solidFill>
                  <a:schemeClr val="dk1"/>
                </a:solidFill>
                <a:latin typeface="Twentieth Century"/>
                <a:ea typeface="Twentieth Century"/>
                <a:cs typeface="Twentieth Century"/>
                <a:sym typeface="Twentieth Century"/>
              </a:defRPr>
            </a:lvl2pPr>
            <a:lvl3pPr marL="0" marR="0" lvl="2" indent="0" algn="r" rtl="0">
              <a:spcBef>
                <a:spcPts val="0"/>
              </a:spcBef>
              <a:buNone/>
              <a:defRPr sz="3067" b="0" i="0" u="none" strike="noStrike" cap="none">
                <a:solidFill>
                  <a:schemeClr val="dk1"/>
                </a:solidFill>
                <a:latin typeface="Twentieth Century"/>
                <a:ea typeface="Twentieth Century"/>
                <a:cs typeface="Twentieth Century"/>
                <a:sym typeface="Twentieth Century"/>
              </a:defRPr>
            </a:lvl3pPr>
            <a:lvl4pPr marL="0" marR="0" lvl="3" indent="0" algn="r" rtl="0">
              <a:spcBef>
                <a:spcPts val="0"/>
              </a:spcBef>
              <a:buNone/>
              <a:defRPr sz="3067" b="0" i="0" u="none" strike="noStrike" cap="none">
                <a:solidFill>
                  <a:schemeClr val="dk1"/>
                </a:solidFill>
                <a:latin typeface="Twentieth Century"/>
                <a:ea typeface="Twentieth Century"/>
                <a:cs typeface="Twentieth Century"/>
                <a:sym typeface="Twentieth Century"/>
              </a:defRPr>
            </a:lvl4pPr>
            <a:lvl5pPr marL="0" marR="0" lvl="4" indent="0" algn="r" rtl="0">
              <a:spcBef>
                <a:spcPts val="0"/>
              </a:spcBef>
              <a:buNone/>
              <a:defRPr sz="3067" b="0" i="0" u="none" strike="noStrike" cap="none">
                <a:solidFill>
                  <a:schemeClr val="dk1"/>
                </a:solidFill>
                <a:latin typeface="Twentieth Century"/>
                <a:ea typeface="Twentieth Century"/>
                <a:cs typeface="Twentieth Century"/>
                <a:sym typeface="Twentieth Century"/>
              </a:defRPr>
            </a:lvl5pPr>
            <a:lvl6pPr marL="0" marR="0" lvl="5" indent="0" algn="r" rtl="0">
              <a:spcBef>
                <a:spcPts val="0"/>
              </a:spcBef>
              <a:buNone/>
              <a:defRPr sz="3067" b="0" i="0" u="none" strike="noStrike" cap="none">
                <a:solidFill>
                  <a:schemeClr val="dk1"/>
                </a:solidFill>
                <a:latin typeface="Twentieth Century"/>
                <a:ea typeface="Twentieth Century"/>
                <a:cs typeface="Twentieth Century"/>
                <a:sym typeface="Twentieth Century"/>
              </a:defRPr>
            </a:lvl6pPr>
            <a:lvl7pPr marL="0" marR="0" lvl="6" indent="0" algn="r" rtl="0">
              <a:spcBef>
                <a:spcPts val="0"/>
              </a:spcBef>
              <a:buNone/>
              <a:defRPr sz="3067" b="0" i="0" u="none" strike="noStrike" cap="none">
                <a:solidFill>
                  <a:schemeClr val="dk1"/>
                </a:solidFill>
                <a:latin typeface="Twentieth Century"/>
                <a:ea typeface="Twentieth Century"/>
                <a:cs typeface="Twentieth Century"/>
                <a:sym typeface="Twentieth Century"/>
              </a:defRPr>
            </a:lvl7pPr>
            <a:lvl8pPr marL="0" marR="0" lvl="7" indent="0" algn="r" rtl="0">
              <a:spcBef>
                <a:spcPts val="0"/>
              </a:spcBef>
              <a:buNone/>
              <a:defRPr sz="3067" b="0" i="0" u="none" strike="noStrike" cap="none">
                <a:solidFill>
                  <a:schemeClr val="dk1"/>
                </a:solidFill>
                <a:latin typeface="Twentieth Century"/>
                <a:ea typeface="Twentieth Century"/>
                <a:cs typeface="Twentieth Century"/>
                <a:sym typeface="Twentieth Century"/>
              </a:defRPr>
            </a:lvl8pPr>
            <a:lvl9pPr marL="0" marR="0" lvl="8" indent="0" algn="r" rtl="0">
              <a:spcBef>
                <a:spcPts val="0"/>
              </a:spcBef>
              <a:buNone/>
              <a:defRPr sz="3067" b="0" i="0" u="none" strike="noStrike" cap="none">
                <a:solidFill>
                  <a:schemeClr val="dk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7" r:id="rId1"/>
    <p:sldLayoutId id="2147483669" r:id="rId2"/>
    <p:sldLayoutId id="214748366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6624" userDrawn="1">
          <p15:clr>
            <a:srgbClr val="F26B43"/>
          </p15:clr>
        </p15:guide>
        <p15:guide id="2" pos="13824"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svg"/><Relationship Id="rId25" Type="http://schemas.openxmlformats.org/officeDocument/2006/relationships/image" Target="../media/image27.svg"/><Relationship Id="rId2" Type="http://schemas.openxmlformats.org/officeDocument/2006/relationships/notesSlide" Target="../notesSlides/notesSlide1.xml"/><Relationship Id="rId16" Type="http://schemas.openxmlformats.org/officeDocument/2006/relationships/image" Target="../media/image18.png"/><Relationship Id="rId20" Type="http://schemas.openxmlformats.org/officeDocument/2006/relationships/image" Target="../media/image22.svg"/><Relationship Id="rId1" Type="http://schemas.openxmlformats.org/officeDocument/2006/relationships/slideLayout" Target="../slideLayouts/slideLayout2.xml"/><Relationship Id="rId6" Type="http://schemas.openxmlformats.org/officeDocument/2006/relationships/image" Target="../media/image8.sv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sv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9973C709-B866-F886-338F-C652CC7A87AA}"/>
            </a:ext>
          </a:extLst>
        </p:cNvPr>
        <p:cNvGrpSpPr/>
        <p:nvPr/>
      </p:nvGrpSpPr>
      <p:grpSpPr>
        <a:xfrm>
          <a:off x="0" y="0"/>
          <a:ext cx="0" cy="0"/>
          <a:chOff x="0" y="0"/>
          <a:chExt cx="0" cy="0"/>
        </a:xfrm>
      </p:grpSpPr>
      <p:sp>
        <p:nvSpPr>
          <p:cNvPr id="165" name="Google Shape;165;p20">
            <a:extLst>
              <a:ext uri="{FF2B5EF4-FFF2-40B4-BE49-F238E27FC236}">
                <a16:creationId xmlns:a16="http://schemas.microsoft.com/office/drawing/2014/main" id="{A1549EA5-BA97-5231-BD24-F39537921E2B}"/>
              </a:ext>
            </a:extLst>
          </p:cNvPr>
          <p:cNvSpPr txBox="1"/>
          <p:nvPr/>
        </p:nvSpPr>
        <p:spPr>
          <a:xfrm>
            <a:off x="11011155" y="476614"/>
            <a:ext cx="23023932" cy="1015663"/>
          </a:xfrm>
          <a:prstGeom prst="rect">
            <a:avLst/>
          </a:prstGeom>
          <a:noFill/>
          <a:ln>
            <a:noFill/>
          </a:ln>
        </p:spPr>
        <p:txBody>
          <a:bodyPr spcFirstLastPara="1" wrap="none" lIns="0" tIns="0" rIns="0" bIns="0" anchor="ctr" anchorCtr="0">
            <a:spAutoFit/>
          </a:bodyPr>
          <a:lstStyle/>
          <a:p>
            <a:pPr marL="0" marR="0" lvl="0" indent="0" algn="ctr" rtl="0">
              <a:spcBef>
                <a:spcPts val="0"/>
              </a:spcBef>
              <a:spcAft>
                <a:spcPts val="0"/>
              </a:spcAft>
              <a:buNone/>
            </a:pPr>
            <a:r>
              <a:rPr lang="en-US" sz="6600" b="1" dirty="0">
                <a:solidFill>
                  <a:schemeClr val="accent1"/>
                </a:solidFill>
                <a:latin typeface="Calibri" panose="020F0502020204030204" pitchFamily="34" charset="0"/>
                <a:ea typeface="Calibri" panose="020F0502020204030204" pitchFamily="34" charset="0"/>
                <a:cs typeface="Calibri" panose="020F0502020204030204" pitchFamily="34" charset="0"/>
                <a:sym typeface="Roboto Light"/>
              </a:rPr>
              <a:t>Drainage: A Unifying Framework for Addressing Class Uncertainty</a:t>
            </a:r>
            <a:endParaRPr sz="66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
        <p:nvSpPr>
          <p:cNvPr id="166" name="Google Shape;166;p20">
            <a:extLst>
              <a:ext uri="{FF2B5EF4-FFF2-40B4-BE49-F238E27FC236}">
                <a16:creationId xmlns:a16="http://schemas.microsoft.com/office/drawing/2014/main" id="{E58E90FF-4B69-1FB6-4F47-A3EAFBE574C9}"/>
              </a:ext>
            </a:extLst>
          </p:cNvPr>
          <p:cNvSpPr txBox="1"/>
          <p:nvPr/>
        </p:nvSpPr>
        <p:spPr>
          <a:xfrm>
            <a:off x="6754949" y="1871597"/>
            <a:ext cx="31546800" cy="109537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365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Yasser Taha</a:t>
            </a:r>
            <a:r>
              <a:rPr lang="en-US" sz="3650" b="0" i="0" u="none" strike="noStrike" cap="none" baseline="3000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1</a:t>
            </a:r>
            <a:r>
              <a:rPr lang="en-US" sz="365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 </a:t>
            </a:r>
            <a:r>
              <a:rPr lang="en-US" sz="365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Grégoire Montavon</a:t>
            </a:r>
            <a:r>
              <a:rPr lang="en-US" sz="3650" b="0" i="0" u="none" strike="noStrike" cap="none" baseline="3000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2,3,*</a:t>
            </a:r>
            <a:r>
              <a:rPr lang="en-US" sz="365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 </a:t>
            </a:r>
            <a:r>
              <a:rPr lang="en-US" sz="365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Nils Körber</a:t>
            </a:r>
            <a:r>
              <a:rPr lang="en-US" sz="3650" b="0" i="0" u="none" strike="noStrike" cap="none" baseline="3000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1,*</a:t>
            </a:r>
            <a:endParaRPr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spcBef>
                <a:spcPts val="0"/>
              </a:spcBef>
              <a:spcAft>
                <a:spcPts val="0"/>
              </a:spcAft>
              <a:buNone/>
            </a:pPr>
            <a:r>
              <a:rPr lang="en-US" sz="3050" b="0" i="0" u="none" strike="noStrike" cap="none" baseline="3000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1</a:t>
            </a:r>
            <a:r>
              <a:rPr lang="en-US" sz="305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Centre for Artificial Intelligence in Public Health Research, Robert Koch Institute</a:t>
            </a:r>
            <a:r>
              <a:rPr lang="en-US" sz="3050" b="0"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 </a:t>
            </a:r>
            <a:r>
              <a:rPr lang="en-US" sz="305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 </a:t>
            </a:r>
            <a:r>
              <a:rPr lang="en-US" sz="3050" b="0" i="0" u="none" strike="noStrike" cap="none" baseline="3000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2</a:t>
            </a:r>
            <a:r>
              <a:rPr lang="en-US" sz="305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BIFOLD – Berlin Institute for the Foundations of Learning and Data</a:t>
            </a:r>
            <a:endParaRPr sz="305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endParaRPr>
          </a:p>
          <a:p>
            <a:pPr lvl="0" algn="ctr"/>
            <a:r>
              <a:rPr lang="en-US" sz="3050" baseline="3000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3</a:t>
            </a:r>
            <a:r>
              <a:rPr lang="en-US" sz="305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Institute for AI in Medicine, Charité – Universitätsmedizin Berlin </a:t>
            </a:r>
            <a:r>
              <a:rPr lang="en-US" sz="3050" baseline="3000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a:t>
            </a:r>
            <a:r>
              <a:rPr lang="en-US" sz="305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Equal Supervision</a:t>
            </a:r>
            <a:endParaRPr sz="3050"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endParaRPr>
          </a:p>
        </p:txBody>
      </p:sp>
      <p:pic>
        <p:nvPicPr>
          <p:cNvPr id="184" name="Google Shape;184;p20" descr="A logo with text and mountains in the background&#10;&#10;AI-generated content may be incorrect.">
            <a:extLst>
              <a:ext uri="{FF2B5EF4-FFF2-40B4-BE49-F238E27FC236}">
                <a16:creationId xmlns:a16="http://schemas.microsoft.com/office/drawing/2014/main" id="{C05CE9CE-9D9B-9CD5-2CE0-BDF0C0DE5D01}"/>
              </a:ext>
            </a:extLst>
          </p:cNvPr>
          <p:cNvPicPr preferRelativeResize="0">
            <a:picLocks noChangeAspect="1"/>
          </p:cNvPicPr>
          <p:nvPr/>
        </p:nvPicPr>
        <p:blipFill rotWithShape="1">
          <a:blip r:embed="rId3">
            <a:alphaModFix/>
          </a:blip>
          <a:srcRect l="10399" t="18716" r="10707" b="23481"/>
          <a:stretch>
            <a:fillRect/>
          </a:stretch>
        </p:blipFill>
        <p:spPr>
          <a:xfrm>
            <a:off x="37189363" y="645680"/>
            <a:ext cx="5585948" cy="1440000"/>
          </a:xfrm>
          <a:prstGeom prst="rect">
            <a:avLst/>
          </a:prstGeom>
          <a:noFill/>
          <a:ln>
            <a:noFill/>
          </a:ln>
        </p:spPr>
      </p:pic>
      <p:pic>
        <p:nvPicPr>
          <p:cNvPr id="185" name="Google Shape;185;p20">
            <a:extLst>
              <a:ext uri="{FF2B5EF4-FFF2-40B4-BE49-F238E27FC236}">
                <a16:creationId xmlns:a16="http://schemas.microsoft.com/office/drawing/2014/main" id="{0DC84102-C9D1-C851-4A0A-2E4397B0867E}"/>
              </a:ext>
            </a:extLst>
          </p:cNvPr>
          <p:cNvPicPr preferRelativeResize="0">
            <a:picLocks noChangeAspect="1"/>
          </p:cNvPicPr>
          <p:nvPr/>
        </p:nvPicPr>
        <p:blipFill>
          <a:blip r:embed="rId4"/>
          <a:stretch>
            <a:fillRect/>
          </a:stretch>
        </p:blipFill>
        <p:spPr>
          <a:xfrm>
            <a:off x="1115889" y="784863"/>
            <a:ext cx="3588785" cy="900000"/>
          </a:xfrm>
          <a:prstGeom prst="rect">
            <a:avLst/>
          </a:prstGeom>
        </p:spPr>
      </p:pic>
      <p:pic>
        <p:nvPicPr>
          <p:cNvPr id="197" name="Graphic 196">
            <a:extLst>
              <a:ext uri="{FF2B5EF4-FFF2-40B4-BE49-F238E27FC236}">
                <a16:creationId xmlns:a16="http://schemas.microsoft.com/office/drawing/2014/main" id="{B00D35EE-819A-9D12-CBDE-14D4D24062F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1581" y="783714"/>
            <a:ext cx="2500343" cy="900000"/>
          </a:xfrm>
          <a:prstGeom prst="rect">
            <a:avLst/>
          </a:prstGeom>
        </p:spPr>
      </p:pic>
      <p:pic>
        <p:nvPicPr>
          <p:cNvPr id="199" name="Picture 198">
            <a:extLst>
              <a:ext uri="{FF2B5EF4-FFF2-40B4-BE49-F238E27FC236}">
                <a16:creationId xmlns:a16="http://schemas.microsoft.com/office/drawing/2014/main" id="{1F720DC1-34C1-6574-C559-7003D0E82AA7}"/>
              </a:ext>
            </a:extLst>
          </p:cNvPr>
          <p:cNvPicPr>
            <a:picLocks noChangeAspect="1"/>
          </p:cNvPicPr>
          <p:nvPr/>
        </p:nvPicPr>
        <p:blipFill>
          <a:blip r:embed="rId7"/>
          <a:stretch>
            <a:fillRect/>
          </a:stretch>
        </p:blipFill>
        <p:spPr>
          <a:xfrm>
            <a:off x="1115889" y="2110566"/>
            <a:ext cx="3089898" cy="622458"/>
          </a:xfrm>
          <a:prstGeom prst="rect">
            <a:avLst/>
          </a:prstGeom>
        </p:spPr>
      </p:pic>
      <p:grpSp>
        <p:nvGrpSpPr>
          <p:cNvPr id="8" name="Group 7">
            <a:extLst>
              <a:ext uri="{FF2B5EF4-FFF2-40B4-BE49-F238E27FC236}">
                <a16:creationId xmlns:a16="http://schemas.microsoft.com/office/drawing/2014/main" id="{76977E59-96F6-B0BA-AA90-2D2541AA518E}"/>
              </a:ext>
            </a:extLst>
          </p:cNvPr>
          <p:cNvGrpSpPr/>
          <p:nvPr/>
        </p:nvGrpSpPr>
        <p:grpSpPr>
          <a:xfrm>
            <a:off x="11946546" y="3660295"/>
            <a:ext cx="9843396" cy="16508611"/>
            <a:chOff x="12089753" y="3233722"/>
            <a:chExt cx="9843396" cy="16508611"/>
          </a:xfrm>
        </p:grpSpPr>
        <p:sp>
          <p:nvSpPr>
            <p:cNvPr id="195" name="Google Shape;171;p20">
              <a:extLst>
                <a:ext uri="{FF2B5EF4-FFF2-40B4-BE49-F238E27FC236}">
                  <a16:creationId xmlns:a16="http://schemas.microsoft.com/office/drawing/2014/main" id="{B5307BB4-7412-E7C8-137A-7FDA06E81829}"/>
                </a:ext>
              </a:extLst>
            </p:cNvPr>
            <p:cNvSpPr txBox="1"/>
            <p:nvPr/>
          </p:nvSpPr>
          <p:spPr>
            <a:xfrm>
              <a:off x="12089753" y="4133722"/>
              <a:ext cx="9843396" cy="15608611"/>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0" tIns="0" rIns="0" bIns="0" anchor="t" anchorCtr="0">
              <a:noAutofit/>
            </a:bodyPr>
            <a:lstStyle/>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r>
                <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rPr>
                <a:t> </a:t>
              </a: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pPr marL="0" marR="0" lvl="0" indent="0" algn="l" rtl="0">
                <a:spcBef>
                  <a:spcPts val="0"/>
                </a:spcBef>
                <a:spcAft>
                  <a:spcPts val="0"/>
                </a:spcAft>
                <a:buNone/>
              </a:pPr>
              <a:endParaRPr lang="en-US" sz="3067" b="0" u="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B0DB4D9-12EA-4488-D9AD-F88A69CF161D}"/>
                    </a:ext>
                  </a:extLst>
                </p:cNvPr>
                <p:cNvSpPr txBox="1"/>
                <p:nvPr/>
              </p:nvSpPr>
              <p:spPr>
                <a:xfrm>
                  <a:off x="14151983" y="5451438"/>
                  <a:ext cx="5656518" cy="829843"/>
                </a:xfrm>
                <a:prstGeom prst="rect">
                  <a:avLst/>
                </a:prstGeom>
                <a:no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ar-AE" sz="2400" b="0" i="1" smtClean="0">
                            <a:solidFill>
                              <a:schemeClr val="bg2"/>
                            </a:solidFill>
                            <a:latin typeface="Cambria Math" panose="02040503050406030204" pitchFamily="18" charset="0"/>
                          </a:rPr>
                          <m:t>𝑙</m:t>
                        </m:r>
                        <m:r>
                          <a:rPr lang="en-US" sz="2400" b="0" i="1" smtClean="0">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𝑝</m:t>
                        </m:r>
                        <m:r>
                          <a:rPr lang="en-US" sz="2400" b="0" i="1" smtClean="0">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𝑡</m:t>
                        </m:r>
                        <m:r>
                          <a:rPr lang="en-US" sz="2400" b="0" i="1" smtClean="0">
                            <a:solidFill>
                              <a:schemeClr val="bg2"/>
                            </a:solidFill>
                            <a:latin typeface="Cambria Math" panose="02040503050406030204" pitchFamily="18" charset="0"/>
                          </a:rPr>
                          <m:t>)=</m:t>
                        </m:r>
                        <m:r>
                          <m:rPr>
                            <m:sty m:val="p"/>
                          </m:rPr>
                          <a:rPr lang="en-US" sz="2400" b="0" i="0" smtClean="0">
                            <a:solidFill>
                              <a:schemeClr val="bg2"/>
                            </a:solidFill>
                            <a:latin typeface="Cambria Math" panose="02040503050406030204" pitchFamily="18" charset="0"/>
                          </a:rPr>
                          <m:t>log</m:t>
                        </m:r>
                        <m:r>
                          <a:rPr lang="en-US" sz="2400" b="0" i="1" smtClean="0">
                            <a:solidFill>
                              <a:schemeClr val="bg2"/>
                            </a:solidFill>
                            <a:latin typeface="Cambria Math" panose="02040503050406030204" pitchFamily="18" charset="0"/>
                          </a:rPr>
                          <m:t>⁡</m:t>
                        </m:r>
                        <m:d>
                          <m:dPr>
                            <m:ctrlPr>
                              <a:rPr lang="en-US" sz="2400" b="0" i="1" smtClean="0">
                                <a:solidFill>
                                  <a:schemeClr val="bg2"/>
                                </a:solidFill>
                                <a:latin typeface="Cambria Math" panose="02040503050406030204" pitchFamily="18" charset="0"/>
                              </a:rPr>
                            </m:ctrlPr>
                          </m:dPr>
                          <m:e>
                            <m:r>
                              <a:rPr lang="en-US" sz="2400" i="1">
                                <a:solidFill>
                                  <a:schemeClr val="bg2"/>
                                </a:solidFill>
                                <a:latin typeface="Cambria Math" panose="02040503050406030204" pitchFamily="18" charset="0"/>
                              </a:rPr>
                              <m:t>1</m:t>
                            </m:r>
                            <m:r>
                              <a:rPr lang="en-US" sz="2400" i="1">
                                <a:solidFill>
                                  <a:schemeClr val="bg2"/>
                                </a:solidFill>
                                <a:latin typeface="Cambria Math" panose="02040503050406030204" pitchFamily="18" charset="0"/>
                              </a:rPr>
                              <m:t>+</m:t>
                            </m:r>
                            <m:r>
                              <m:rPr>
                                <m:sty m:val="p"/>
                              </m:rPr>
                              <a:rPr lang="el-GR" sz="2400" i="1">
                                <a:solidFill>
                                  <a:schemeClr val="bg2"/>
                                </a:solidFill>
                                <a:latin typeface="Cambria Math" panose="02040503050406030204" pitchFamily="18" charset="0"/>
                              </a:rPr>
                              <m:t>α</m:t>
                            </m:r>
                            <m:r>
                              <a:rPr lang="en-US" sz="2400" i="1">
                                <a:solidFill>
                                  <a:schemeClr val="bg2"/>
                                </a:solidFill>
                                <a:latin typeface="Cambria Math" panose="02040503050406030204" pitchFamily="18" charset="0"/>
                                <a:ea typeface="Cambria Math" panose="02040503050406030204" pitchFamily="18" charset="0"/>
                              </a:rPr>
                              <m:t>∙</m:t>
                            </m:r>
                            <m:d>
                              <m:dPr>
                                <m:ctrlPr>
                                  <a:rPr lang="en-US" sz="2400" i="1">
                                    <a:solidFill>
                                      <a:schemeClr val="bg2"/>
                                    </a:solidFill>
                                    <a:latin typeface="Cambria Math" panose="02040503050406030204" pitchFamily="18" charset="0"/>
                                  </a:rPr>
                                </m:ctrlPr>
                              </m:dPr>
                              <m:e>
                                <m:f>
                                  <m:fPr>
                                    <m:ctrlPr>
                                      <a:rPr lang="ar-AE" sz="2400" i="1">
                                        <a:solidFill>
                                          <a:schemeClr val="bg2"/>
                                        </a:solidFill>
                                        <a:latin typeface="Cambria Math" panose="02040503050406030204" pitchFamily="18" charset="0"/>
                                      </a:rPr>
                                    </m:ctrlPr>
                                  </m:fPr>
                                  <m:num>
                                    <m:sSub>
                                      <m:sSubPr>
                                        <m:ctrlPr>
                                          <a:rPr lang="ar-AE" sz="2400" i="1" smtClean="0">
                                            <a:solidFill>
                                              <a:srgbClr val="0056AC"/>
                                            </a:solidFill>
                                            <a:latin typeface="Cambria Math" panose="02040503050406030204" pitchFamily="18" charset="0"/>
                                          </a:rPr>
                                        </m:ctrlPr>
                                      </m:sSubPr>
                                      <m:e>
                                        <m:r>
                                          <a:rPr lang="en-US" sz="2400" b="0" i="1" smtClean="0">
                                            <a:solidFill>
                                              <a:srgbClr val="0056AC"/>
                                            </a:solidFill>
                                            <a:latin typeface="Cambria Math" panose="02040503050406030204" pitchFamily="18" charset="0"/>
                                          </a:rPr>
                                          <m:t>𝑝</m:t>
                                        </m:r>
                                      </m:e>
                                      <m:sub>
                                        <m:r>
                                          <a:rPr lang="en-US" sz="2400" b="0" i="1" smtClean="0">
                                            <a:solidFill>
                                              <a:srgbClr val="0056AC"/>
                                            </a:solidFill>
                                            <a:latin typeface="Cambria Math" panose="02040503050406030204" pitchFamily="18" charset="0"/>
                                          </a:rPr>
                                          <m:t>𝑑</m:t>
                                        </m:r>
                                      </m:sub>
                                    </m:sSub>
                                  </m:num>
                                  <m:den>
                                    <m:sSub>
                                      <m:sSubPr>
                                        <m:ctrlPr>
                                          <a:rPr lang="ar-AE" sz="240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𝑝</m:t>
                                        </m:r>
                                      </m:e>
                                      <m:sub>
                                        <m:r>
                                          <a:rPr lang="en-US" sz="2400" b="0" i="1" smtClean="0">
                                            <a:solidFill>
                                              <a:schemeClr val="accent2"/>
                                            </a:solidFill>
                                            <a:latin typeface="Cambria Math" panose="02040503050406030204" pitchFamily="18" charset="0"/>
                                          </a:rPr>
                                          <m:t>𝑡</m:t>
                                        </m:r>
                                      </m:sub>
                                    </m:sSub>
                                  </m:den>
                                </m:f>
                                <m:r>
                                  <a:rPr lang="en-US" sz="2400" i="1">
                                    <a:solidFill>
                                      <a:schemeClr val="bg2"/>
                                    </a:solidFill>
                                    <a:latin typeface="Cambria Math" panose="02040503050406030204" pitchFamily="18" charset="0"/>
                                  </a:rPr>
                                  <m:t>+</m:t>
                                </m:r>
                                <m:f>
                                  <m:fPr>
                                    <m:ctrlPr>
                                      <a:rPr lang="ar-AE" sz="2400" i="1">
                                        <a:solidFill>
                                          <a:schemeClr val="bg2"/>
                                        </a:solidFill>
                                        <a:latin typeface="Cambria Math" panose="02040503050406030204" pitchFamily="18" charset="0"/>
                                      </a:rPr>
                                    </m:ctrlPr>
                                  </m:fPr>
                                  <m:num>
                                    <m:sSub>
                                      <m:sSubPr>
                                        <m:ctrlPr>
                                          <a:rPr lang="ar-AE" sz="2400" i="1" smtClean="0">
                                            <a:solidFill>
                                              <a:schemeClr val="accent5"/>
                                            </a:solidFill>
                                            <a:latin typeface="Cambria Math" panose="02040503050406030204" pitchFamily="18" charset="0"/>
                                          </a:rPr>
                                        </m:ctrlPr>
                                      </m:sSubPr>
                                      <m:e>
                                        <m:r>
                                          <a:rPr lang="en-US" sz="2400" i="1">
                                            <a:solidFill>
                                              <a:schemeClr val="accent5"/>
                                            </a:solidFill>
                                            <a:latin typeface="Cambria Math" panose="02040503050406030204" pitchFamily="18" charset="0"/>
                                          </a:rPr>
                                          <m:t>𝑝</m:t>
                                        </m:r>
                                      </m:e>
                                      <m:sub>
                                        <m:r>
                                          <m:rPr>
                                            <m:sty m:val="p"/>
                                          </m:rPr>
                                          <a:rPr lang="en-US" sz="2400" i="1" smtClean="0">
                                            <a:solidFill>
                                              <a:schemeClr val="accent5"/>
                                            </a:solidFill>
                                            <a:latin typeface="Cambria Math" panose="02040503050406030204" pitchFamily="18" charset="0"/>
                                          </a:rPr>
                                          <m:t>J</m:t>
                                        </m:r>
                                      </m:sub>
                                    </m:sSub>
                                  </m:num>
                                  <m:den>
                                    <m:sSub>
                                      <m:sSubPr>
                                        <m:ctrlPr>
                                          <a:rPr lang="ar-AE" sz="2400" i="1" smtClean="0">
                                            <a:solidFill>
                                              <a:schemeClr val="accent2"/>
                                            </a:solidFill>
                                            <a:latin typeface="Cambria Math" panose="02040503050406030204" pitchFamily="18" charset="0"/>
                                          </a:rPr>
                                        </m:ctrlPr>
                                      </m:sSubPr>
                                      <m:e>
                                        <m:r>
                                          <a:rPr lang="en-US" sz="2400" i="1">
                                            <a:solidFill>
                                              <a:schemeClr val="accent2"/>
                                            </a:solidFill>
                                            <a:latin typeface="Cambria Math" panose="02040503050406030204" pitchFamily="18" charset="0"/>
                                          </a:rPr>
                                          <m:t>𝑝</m:t>
                                        </m:r>
                                      </m:e>
                                      <m:sub>
                                        <m:r>
                                          <a:rPr lang="en-US" sz="2400" i="1">
                                            <a:solidFill>
                                              <a:schemeClr val="accent2"/>
                                            </a:solidFill>
                                            <a:latin typeface="Cambria Math" panose="02040503050406030204" pitchFamily="18" charset="0"/>
                                          </a:rPr>
                                          <m:t>𝑡</m:t>
                                        </m:r>
                                      </m:sub>
                                    </m:sSub>
                                  </m:den>
                                </m:f>
                              </m:e>
                            </m:d>
                            <m:r>
                              <a:rPr lang="en-US" sz="2400" b="0" i="1" smtClean="0">
                                <a:solidFill>
                                  <a:schemeClr val="bg2"/>
                                </a:solidFill>
                                <a:latin typeface="Cambria Math" panose="02040503050406030204" pitchFamily="18" charset="0"/>
                              </a:rPr>
                              <m:t>+</m:t>
                            </m:r>
                            <m:r>
                              <m:rPr>
                                <m:sty m:val="p"/>
                              </m:rPr>
                              <a:rPr lang="el-GR" sz="2400" i="1">
                                <a:solidFill>
                                  <a:schemeClr val="bg2"/>
                                </a:solidFill>
                                <a:latin typeface="Cambria Math" panose="02040503050406030204" pitchFamily="18" charset="0"/>
                              </a:rPr>
                              <m:t>β</m:t>
                            </m:r>
                            <m:r>
                              <a:rPr lang="en-US" sz="2400" i="1">
                                <a:solidFill>
                                  <a:schemeClr val="bg2"/>
                                </a:solidFill>
                                <a:latin typeface="Cambria Math" panose="02040503050406030204" pitchFamily="18" charset="0"/>
                                <a:ea typeface="Cambria Math" panose="02040503050406030204" pitchFamily="18" charset="0"/>
                              </a:rPr>
                              <m:t>∙</m:t>
                            </m:r>
                            <m:f>
                              <m:fPr>
                                <m:ctrlPr>
                                  <a:rPr lang="ar-AE" sz="2400" i="1">
                                    <a:solidFill>
                                      <a:schemeClr val="bg2"/>
                                    </a:solidFill>
                                    <a:latin typeface="Cambria Math" panose="02040503050406030204" pitchFamily="18" charset="0"/>
                                  </a:rPr>
                                </m:ctrlPr>
                              </m:fPr>
                              <m:num>
                                <m:sSub>
                                  <m:sSubPr>
                                    <m:ctrlPr>
                                      <a:rPr lang="ar-AE" sz="2400" i="1">
                                        <a:solidFill>
                                          <a:schemeClr val="accent5"/>
                                        </a:solidFill>
                                        <a:latin typeface="Cambria Math" panose="02040503050406030204" pitchFamily="18" charset="0"/>
                                      </a:rPr>
                                    </m:ctrlPr>
                                  </m:sSubPr>
                                  <m:e>
                                    <m:r>
                                      <a:rPr lang="en-US" sz="2400" i="1">
                                        <a:solidFill>
                                          <a:schemeClr val="accent5"/>
                                        </a:solidFill>
                                        <a:latin typeface="Cambria Math" panose="02040503050406030204" pitchFamily="18" charset="0"/>
                                      </a:rPr>
                                      <m:t>𝑝</m:t>
                                    </m:r>
                                  </m:e>
                                  <m:sub>
                                    <m:r>
                                      <m:rPr>
                                        <m:sty m:val="p"/>
                                      </m:rPr>
                                      <a:rPr lang="en-US" sz="2400" i="1">
                                        <a:solidFill>
                                          <a:schemeClr val="accent5"/>
                                        </a:solidFill>
                                        <a:latin typeface="Cambria Math" panose="02040503050406030204" pitchFamily="18" charset="0"/>
                                      </a:rPr>
                                      <m:t>J</m:t>
                                    </m:r>
                                  </m:sub>
                                </m:sSub>
                              </m:num>
                              <m:den>
                                <m:sSub>
                                  <m:sSubPr>
                                    <m:ctrlPr>
                                      <a:rPr lang="ar-AE" sz="2400" i="1" smtClean="0">
                                        <a:solidFill>
                                          <a:srgbClr val="0056AC"/>
                                        </a:solidFill>
                                        <a:latin typeface="Cambria Math" panose="02040503050406030204" pitchFamily="18" charset="0"/>
                                      </a:rPr>
                                    </m:ctrlPr>
                                  </m:sSubPr>
                                  <m:e>
                                    <m:r>
                                      <a:rPr lang="en-US" sz="2400" i="1">
                                        <a:solidFill>
                                          <a:srgbClr val="0056AC"/>
                                        </a:solidFill>
                                        <a:latin typeface="Cambria Math" panose="02040503050406030204" pitchFamily="18" charset="0"/>
                                      </a:rPr>
                                      <m:t>𝑝</m:t>
                                    </m:r>
                                  </m:e>
                                  <m:sub>
                                    <m:r>
                                      <a:rPr lang="en-US" sz="2400" b="0" i="1" smtClean="0">
                                        <a:solidFill>
                                          <a:srgbClr val="0056AC"/>
                                        </a:solidFill>
                                        <a:latin typeface="Cambria Math" panose="02040503050406030204" pitchFamily="18" charset="0"/>
                                      </a:rPr>
                                      <m:t>𝑑</m:t>
                                    </m:r>
                                  </m:sub>
                                </m:sSub>
                              </m:den>
                            </m:f>
                          </m:e>
                        </m:d>
                      </m:oMath>
                    </m:oMathPara>
                  </a14:m>
                  <a:endParaRPr lang="de-DE" sz="2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TextBox 29">
                  <a:extLst>
                    <a:ext uri="{FF2B5EF4-FFF2-40B4-BE49-F238E27FC236}">
                      <a16:creationId xmlns:a16="http://schemas.microsoft.com/office/drawing/2014/main" id="{6B0DB4D9-12EA-4488-D9AD-F88A69CF161D}"/>
                    </a:ext>
                  </a:extLst>
                </p:cNvPr>
                <p:cNvSpPr txBox="1">
                  <a:spLocks noRot="1" noChangeAspect="1" noMove="1" noResize="1" noEditPoints="1" noAdjustHandles="1" noChangeArrowheads="1" noChangeShapeType="1" noTextEdit="1"/>
                </p:cNvSpPr>
                <p:nvPr/>
              </p:nvSpPr>
              <p:spPr>
                <a:xfrm>
                  <a:off x="14151983" y="5451438"/>
                  <a:ext cx="5656518" cy="829843"/>
                </a:xfrm>
                <a:prstGeom prst="rect">
                  <a:avLst/>
                </a:prstGeom>
                <a:blipFill>
                  <a:blip r:embed="rId8"/>
                  <a:stretch>
                    <a:fillRect/>
                  </a:stretch>
                </a:blipFill>
              </p:spPr>
              <p:txBody>
                <a:bodyPr/>
                <a:lstStyle/>
                <a:p>
                  <a:r>
                    <a:rPr lang="en-GB">
                      <a:noFill/>
                    </a:rPr>
                    <a:t> </a:t>
                  </a:r>
                </a:p>
              </p:txBody>
            </p:sp>
          </mc:Fallback>
        </mc:AlternateContent>
        <p:sp>
          <p:nvSpPr>
            <p:cNvPr id="21" name="Google Shape;182;p20">
              <a:extLst>
                <a:ext uri="{FF2B5EF4-FFF2-40B4-BE49-F238E27FC236}">
                  <a16:creationId xmlns:a16="http://schemas.microsoft.com/office/drawing/2014/main" id="{936C408E-37B4-F89B-3BA9-7C5E1EDD450D}"/>
                </a:ext>
              </a:extLst>
            </p:cNvPr>
            <p:cNvSpPr txBox="1"/>
            <p:nvPr/>
          </p:nvSpPr>
          <p:spPr>
            <a:xfrm>
              <a:off x="12635207" y="18457112"/>
              <a:ext cx="8748155" cy="877163"/>
            </a:xfrm>
            <a:prstGeom prst="rect">
              <a:avLst/>
            </a:prstGeom>
            <a:noFill/>
            <a:ln>
              <a:noFill/>
            </a:ln>
          </p:spPr>
          <p:txBody>
            <a:bodyPr spcFirstLastPara="1" wrap="square" lIns="0" tIns="0" rIns="0" bIns="0" anchor="t" anchorCtr="0">
              <a:spAutoFit/>
            </a:bodyPr>
            <a:lstStyle/>
            <a:p>
              <a:pPr lvl="0" algn="just"/>
              <a:r>
                <a:rPr lang="en-US" sz="1900" dirty="0">
                  <a:solidFill>
                    <a:schemeClr val="accent1">
                      <a:lumMod val="60000"/>
                      <a:lumOff val="40000"/>
                    </a:schemeClr>
                  </a:solidFill>
                  <a:latin typeface="Calibri" panose="020F0502020204030204" pitchFamily="34" charset="0"/>
                  <a:cs typeface="Calibri" panose="020F0502020204030204" pitchFamily="34" charset="0"/>
                  <a:sym typeface="Calibri"/>
                </a:rPr>
                <a:t>Figure 4. Top: Toy 2D example illustrating drainage-dominated regions (gray) and refined decision boundaries. Bottom. On MNIST, relabeling classes 7–9 during training causes the model to consistently route these unseen patterns to drainage at test time.</a:t>
              </a:r>
              <a:endParaRPr sz="1900" dirty="0">
                <a:solidFill>
                  <a:schemeClr val="accent1">
                    <a:lumMod val="60000"/>
                    <a:lumOff val="40000"/>
                  </a:schemeClr>
                </a:solidFill>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164" name="TextBox 163">
                  <a:extLst>
                    <a:ext uri="{FF2B5EF4-FFF2-40B4-BE49-F238E27FC236}">
                      <a16:creationId xmlns:a16="http://schemas.microsoft.com/office/drawing/2014/main" id="{6D13040A-85B3-2675-5765-FB344D9A40ED}"/>
                    </a:ext>
                  </a:extLst>
                </p:cNvPr>
                <p:cNvSpPr txBox="1"/>
                <p:nvPr/>
              </p:nvSpPr>
              <p:spPr>
                <a:xfrm>
                  <a:off x="12635207" y="6512271"/>
                  <a:ext cx="8776369" cy="1765099"/>
                </a:xfrm>
                <a:prstGeom prst="rect">
                  <a:avLst/>
                </a:prstGeom>
                <a:noFill/>
              </p:spPr>
              <p:txBody>
                <a:bodyPr wrap="square" lIns="0" tIns="0" rIns="0" bIns="0" rtlCol="0">
                  <a:spAutoFit/>
                </a:bodyPr>
                <a:lstStyle/>
                <a:p>
                  <a:pPr algn="just"/>
                  <a:r>
                    <a:rPr lang="en-US" sz="2200" dirty="0">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sSub>
                        <m:sSubPr>
                          <m:ctrlPr>
                            <a:rPr lang="ar-AE" sz="2200" i="1" smtClean="0">
                              <a:solidFill>
                                <a:schemeClr val="accent2"/>
                              </a:solidFill>
                              <a:latin typeface="Cambria Math" panose="02040503050406030204" pitchFamily="18" charset="0"/>
                            </a:rPr>
                          </m:ctrlPr>
                        </m:sSubPr>
                        <m:e>
                          <m:r>
                            <a:rPr lang="en-US" sz="2200" i="1" smtClean="0">
                              <a:solidFill>
                                <a:schemeClr val="accent2"/>
                              </a:solidFill>
                              <a:latin typeface="Cambria Math" panose="02040503050406030204" pitchFamily="18" charset="0"/>
                            </a:rPr>
                            <m:t>𝑝</m:t>
                          </m:r>
                        </m:e>
                        <m:sub>
                          <m:r>
                            <a:rPr lang="en-US" sz="2200" i="1">
                              <a:solidFill>
                                <a:schemeClr val="accent2"/>
                              </a:solidFill>
                              <a:latin typeface="Cambria Math" panose="02040503050406030204" pitchFamily="18" charset="0"/>
                            </a:rPr>
                            <m:t>𝑡</m:t>
                          </m:r>
                        </m:sub>
                      </m:sSub>
                    </m:oMath>
                  </a14:m>
                  <a:r>
                    <a:rPr lang="en-US" sz="22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ar-AE" sz="2200" i="1">
                              <a:solidFill>
                                <a:schemeClr val="accent5"/>
                              </a:solidFill>
                              <a:latin typeface="Cambria Math" panose="02040503050406030204" pitchFamily="18" charset="0"/>
                            </a:rPr>
                          </m:ctrlPr>
                        </m:sSubPr>
                        <m:e>
                          <m:r>
                            <a:rPr lang="en-US" sz="2200" i="1">
                              <a:solidFill>
                                <a:schemeClr val="accent5"/>
                              </a:solidFill>
                              <a:latin typeface="Cambria Math" panose="02040503050406030204" pitchFamily="18" charset="0"/>
                            </a:rPr>
                            <m:t>𝑝</m:t>
                          </m:r>
                        </m:e>
                        <m:sub>
                          <m:r>
                            <m:rPr>
                              <m:sty m:val="p"/>
                            </m:rPr>
                            <a:rPr lang="en-US" sz="2200" i="1">
                              <a:solidFill>
                                <a:schemeClr val="accent5"/>
                              </a:solidFill>
                              <a:latin typeface="Cambria Math" panose="02040503050406030204" pitchFamily="18" charset="0"/>
                            </a:rPr>
                            <m:t>J</m:t>
                          </m:r>
                        </m:sub>
                      </m:sSub>
                    </m:oMath>
                  </a14:m>
                  <a:r>
                    <a:rPr lang="en-US" sz="22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sSub>
                        <m:sSubPr>
                          <m:ctrlPr>
                            <a:rPr lang="ar-AE" sz="2200" i="1">
                              <a:solidFill>
                                <a:schemeClr val="accent1">
                                  <a:lumMod val="75000"/>
                                </a:schemeClr>
                              </a:solidFill>
                              <a:latin typeface="Cambria Math" panose="02040503050406030204" pitchFamily="18" charset="0"/>
                            </a:rPr>
                          </m:ctrlPr>
                        </m:sSubPr>
                        <m:e>
                          <m:r>
                            <a:rPr lang="en-US" sz="2200" i="1">
                              <a:solidFill>
                                <a:schemeClr val="accent1">
                                  <a:lumMod val="75000"/>
                                </a:schemeClr>
                              </a:solidFill>
                              <a:latin typeface="Cambria Math" panose="02040503050406030204" pitchFamily="18" charset="0"/>
                            </a:rPr>
                            <m:t>𝑝</m:t>
                          </m:r>
                        </m:e>
                        <m:sub>
                          <m:r>
                            <a:rPr lang="en-US" sz="2200" i="1">
                              <a:solidFill>
                                <a:schemeClr val="accent1">
                                  <a:lumMod val="75000"/>
                                </a:schemeClr>
                              </a:solidFill>
                              <a:latin typeface="Cambria Math" panose="02040503050406030204" pitchFamily="18" charset="0"/>
                            </a:rPr>
                            <m:t>𝑑</m:t>
                          </m:r>
                        </m:sub>
                      </m:sSub>
                    </m:oMath>
                  </a14:m>
                  <a:r>
                    <a:rPr lang="en-US" sz="2200" dirty="0">
                      <a:latin typeface="Calibri" panose="020F0502020204030204" pitchFamily="34" charset="0"/>
                      <a:ea typeface="Calibri" panose="020F0502020204030204" pitchFamily="34" charset="0"/>
                      <a:cs typeface="Calibri" panose="020F0502020204030204" pitchFamily="34" charset="0"/>
                    </a:rPr>
                    <a:t> are probabilities assigned to </a:t>
                  </a:r>
                  <a:r>
                    <a:rPr lang="en-US" sz="2200" dirty="0">
                      <a:solidFill>
                        <a:schemeClr val="accent2"/>
                      </a:solidFill>
                      <a:latin typeface="Calibri" panose="020F0502020204030204" pitchFamily="34" charset="0"/>
                      <a:ea typeface="Calibri" panose="020F0502020204030204" pitchFamily="34" charset="0"/>
                      <a:cs typeface="Calibri" panose="020F0502020204030204" pitchFamily="34" charset="0"/>
                    </a:rPr>
                    <a:t>target</a:t>
                  </a:r>
                  <a:r>
                    <a:rPr lang="en-US" sz="2200" dirty="0">
                      <a:latin typeface="Calibri" panose="020F0502020204030204" pitchFamily="34" charset="0"/>
                      <a:ea typeface="Calibri" panose="020F0502020204030204" pitchFamily="34" charset="0"/>
                      <a:cs typeface="Calibri" panose="020F0502020204030204" pitchFamily="34" charset="0"/>
                    </a:rPr>
                    <a:t>, </a:t>
                  </a:r>
                  <a:r>
                    <a:rPr lang="en-US" sz="2200" dirty="0">
                      <a:solidFill>
                        <a:schemeClr val="accent5"/>
                      </a:solidFill>
                      <a:latin typeface="Calibri" panose="020F0502020204030204" pitchFamily="34" charset="0"/>
                      <a:ea typeface="Calibri" panose="020F0502020204030204" pitchFamily="34" charset="0"/>
                      <a:cs typeface="Calibri" panose="020F0502020204030204" pitchFamily="34" charset="0"/>
                    </a:rPr>
                    <a:t>non-target</a:t>
                  </a:r>
                  <a:r>
                    <a:rPr lang="en-US" sz="2200" dirty="0">
                      <a:latin typeface="Calibri" panose="020F0502020204030204" pitchFamily="34" charset="0"/>
                      <a:ea typeface="Calibri" panose="020F0502020204030204" pitchFamily="34" charset="0"/>
                      <a:cs typeface="Calibri" panose="020F0502020204030204" pitchFamily="34" charset="0"/>
                    </a:rPr>
                    <a:t> and </a:t>
                  </a:r>
                  <a:r>
                    <a:rPr lang="en-US" sz="2200" dirty="0">
                      <a:solidFill>
                        <a:srgbClr val="0056AC"/>
                      </a:solidFill>
                      <a:latin typeface="Calibri" panose="020F0502020204030204" pitchFamily="34" charset="0"/>
                      <a:ea typeface="Calibri" panose="020F0502020204030204" pitchFamily="34" charset="0"/>
                      <a:cs typeface="Calibri" panose="020F0502020204030204" pitchFamily="34" charset="0"/>
                    </a:rPr>
                    <a:t>drainage</a:t>
                  </a:r>
                  <a:r>
                    <a:rPr lang="en-US" sz="2200" dirty="0">
                      <a:latin typeface="Calibri" panose="020F0502020204030204" pitchFamily="34" charset="0"/>
                      <a:ea typeface="Calibri" panose="020F0502020204030204" pitchFamily="34" charset="0"/>
                      <a:cs typeface="Calibri" panose="020F0502020204030204" pitchFamily="34" charset="0"/>
                    </a:rPr>
                    <a:t> classes, respectively. </a:t>
                  </a:r>
                  <a14:m>
                    <m:oMath xmlns:m="http://schemas.openxmlformats.org/officeDocument/2006/math">
                      <m:r>
                        <m:rPr>
                          <m:sty m:val="p"/>
                        </m:rPr>
                        <a:rPr lang="el-GR" sz="2200" i="1" smtClean="0">
                          <a:solidFill>
                            <a:schemeClr val="bg2"/>
                          </a:solidFill>
                          <a:latin typeface="Cambria Math" panose="02040503050406030204" pitchFamily="18" charset="0"/>
                        </a:rPr>
                        <m:t>α</m:t>
                      </m:r>
                    </m:oMath>
                  </a14:m>
                  <a:r>
                    <a:rPr lang="en-US" sz="22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m:rPr>
                          <m:sty m:val="p"/>
                        </m:rPr>
                        <a:rPr lang="el-GR" sz="2200">
                          <a:latin typeface="Cambria Math" panose="02040503050406030204" pitchFamily="18" charset="0"/>
                          <a:ea typeface="Calibri" panose="020F0502020204030204" pitchFamily="34" charset="0"/>
                          <a:cs typeface="Calibri" panose="020F0502020204030204" pitchFamily="34" charset="0"/>
                        </a:rPr>
                        <m:t>β</m:t>
                      </m:r>
                    </m:oMath>
                  </a14:m>
                  <a:r>
                    <a:rPr lang="en-US" sz="2200" dirty="0">
                      <a:latin typeface="Calibri" panose="020F0502020204030204" pitchFamily="34" charset="0"/>
                      <a:ea typeface="Calibri" panose="020F0502020204030204" pitchFamily="34" charset="0"/>
                      <a:cs typeface="Calibri" panose="020F0502020204030204" pitchFamily="34" charset="0"/>
                    </a:rPr>
                    <a:t> set the relative emphasis on fitting the given annotation versus allowing probability mass to flow to the drainage node.</a:t>
                  </a:r>
                </a:p>
                <a:p>
                  <a:pPr algn="just"/>
                  <a:endParaRPr lang="en-US" sz="25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164" name="TextBox 163">
                  <a:extLst>
                    <a:ext uri="{FF2B5EF4-FFF2-40B4-BE49-F238E27FC236}">
                      <a16:creationId xmlns:a16="http://schemas.microsoft.com/office/drawing/2014/main" id="{6D13040A-85B3-2675-5765-FB344D9A40ED}"/>
                    </a:ext>
                  </a:extLst>
                </p:cNvPr>
                <p:cNvSpPr txBox="1">
                  <a:spLocks noRot="1" noChangeAspect="1" noMove="1" noResize="1" noEditPoints="1" noAdjustHandles="1" noChangeArrowheads="1" noChangeShapeType="1" noTextEdit="1"/>
                </p:cNvSpPr>
                <p:nvPr/>
              </p:nvSpPr>
              <p:spPr>
                <a:xfrm>
                  <a:off x="12635207" y="6512271"/>
                  <a:ext cx="8776369" cy="1765099"/>
                </a:xfrm>
                <a:prstGeom prst="rect">
                  <a:avLst/>
                </a:prstGeom>
                <a:blipFill>
                  <a:blip r:embed="rId9"/>
                  <a:stretch>
                    <a:fillRect l="-1944" t="-4483" r="-1944"/>
                  </a:stretch>
                </a:blipFill>
              </p:spPr>
              <p:txBody>
                <a:bodyPr/>
                <a:lstStyle/>
                <a:p>
                  <a:r>
                    <a:rPr lang="de-DE">
                      <a:noFill/>
                    </a:rPr>
                    <a:t> </a:t>
                  </a:r>
                </a:p>
              </p:txBody>
            </p:sp>
          </mc:Fallback>
        </mc:AlternateContent>
        <p:sp>
          <p:nvSpPr>
            <p:cNvPr id="168" name="TextBox 167">
              <a:extLst>
                <a:ext uri="{FF2B5EF4-FFF2-40B4-BE49-F238E27FC236}">
                  <a16:creationId xmlns:a16="http://schemas.microsoft.com/office/drawing/2014/main" id="{B10C6382-0F3E-53D5-62E3-4619B0FE22D4}"/>
                </a:ext>
              </a:extLst>
            </p:cNvPr>
            <p:cNvSpPr txBox="1"/>
            <p:nvPr/>
          </p:nvSpPr>
          <p:spPr>
            <a:xfrm>
              <a:off x="12635207" y="12630763"/>
              <a:ext cx="5217251" cy="400110"/>
            </a:xfrm>
            <a:prstGeom prst="rect">
              <a:avLst/>
            </a:prstGeom>
            <a:noFill/>
          </p:spPr>
          <p:txBody>
            <a:bodyPr wrap="square" lIns="0" tIns="0" rIns="0" bIns="0" rtlCol="0">
              <a:spAutoFit/>
            </a:bodyPr>
            <a:lstStyle/>
            <a:p>
              <a:r>
                <a:rPr lang="en-US" sz="2600" dirty="0">
                  <a:solidFill>
                    <a:schemeClr val="bg2"/>
                  </a:solidFill>
                  <a:latin typeface="Calibri" panose="020F0502020204030204" pitchFamily="34" charset="0"/>
                  <a:cs typeface="Calibri" panose="020F0502020204030204" pitchFamily="34" charset="0"/>
                </a:rPr>
                <a:t>B.3. Toy Example</a:t>
              </a:r>
              <a:endParaRPr lang="de-DE" sz="2600" dirty="0">
                <a:solidFill>
                  <a:schemeClr val="bg2"/>
                </a:solidFill>
                <a:latin typeface="Calibri" panose="020F0502020204030204" pitchFamily="34" charset="0"/>
                <a:cs typeface="Calibri" panose="020F0502020204030204" pitchFamily="34" charset="0"/>
              </a:endParaRPr>
            </a:p>
          </p:txBody>
        </p:sp>
        <p:sp>
          <p:nvSpPr>
            <p:cNvPr id="183" name="Google Shape;172;p20">
              <a:extLst>
                <a:ext uri="{FF2B5EF4-FFF2-40B4-BE49-F238E27FC236}">
                  <a16:creationId xmlns:a16="http://schemas.microsoft.com/office/drawing/2014/main" id="{9EF8B921-DDF5-DF5C-F6D1-8F8ADA4D7105}"/>
                </a:ext>
              </a:extLst>
            </p:cNvPr>
            <p:cNvSpPr/>
            <p:nvPr/>
          </p:nvSpPr>
          <p:spPr>
            <a:xfrm>
              <a:off x="12089753" y="3233722"/>
              <a:ext cx="9843396" cy="900000"/>
            </a:xfrm>
            <a:prstGeom prst="rect">
              <a:avLst/>
            </a:prstGeom>
            <a:solidFill>
              <a:schemeClr val="accent1"/>
            </a:solidFill>
            <a:ln w="12700"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3200" b="1" dirty="0">
                  <a:solidFill>
                    <a:schemeClr val="bg1"/>
                  </a:solidFill>
                  <a:latin typeface="Calibri" panose="020F0502020204030204" pitchFamily="34" charset="0"/>
                  <a:ea typeface="Calibri" panose="020F0502020204030204" pitchFamily="34" charset="0"/>
                  <a:cs typeface="Calibri" panose="020F0502020204030204" pitchFamily="34" charset="0"/>
                  <a:sym typeface="Roboto Light"/>
                </a:rPr>
                <a:t>Methods</a:t>
              </a:r>
              <a:endParaRPr sz="3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92" name="TextBox 191">
              <a:extLst>
                <a:ext uri="{FF2B5EF4-FFF2-40B4-BE49-F238E27FC236}">
                  <a16:creationId xmlns:a16="http://schemas.microsoft.com/office/drawing/2014/main" id="{19DA96EB-360A-BD61-1C8F-82EC1ABD05C9}"/>
                </a:ext>
              </a:extLst>
            </p:cNvPr>
            <p:cNvSpPr txBox="1"/>
            <p:nvPr/>
          </p:nvSpPr>
          <p:spPr>
            <a:xfrm>
              <a:off x="12635207" y="4567030"/>
              <a:ext cx="3143743" cy="492443"/>
            </a:xfrm>
            <a:prstGeom prst="rect">
              <a:avLst/>
            </a:prstGeom>
            <a:noFill/>
          </p:spPr>
          <p:txBody>
            <a:bodyPr wrap="square" lIns="0" tIns="0" rIns="0" bIns="0" rtlCol="0">
              <a:spAutoFit/>
            </a:bodyPr>
            <a:lstStyle/>
            <a:p>
              <a:r>
                <a:rPr lang="en-US" sz="3200" b="1" dirty="0">
                  <a:solidFill>
                    <a:schemeClr val="accent1"/>
                  </a:solidFill>
                  <a:latin typeface="Calibri" panose="020F0502020204030204" pitchFamily="34" charset="0"/>
                  <a:cs typeface="Calibri" panose="020F0502020204030204" pitchFamily="34" charset="0"/>
                </a:rPr>
                <a:t>B. Drainage Loss</a:t>
              </a:r>
              <a:endParaRPr lang="de-DE" sz="3200" b="1" dirty="0">
                <a:solidFill>
                  <a:schemeClr val="accent1"/>
                </a:solidFill>
                <a:latin typeface="Calibri" panose="020F0502020204030204" pitchFamily="34" charset="0"/>
                <a:cs typeface="Calibri" panose="020F0502020204030204" pitchFamily="34" charset="0"/>
              </a:endParaRPr>
            </a:p>
          </p:txBody>
        </p:sp>
        <p:sp>
          <p:nvSpPr>
            <p:cNvPr id="196" name="TextBox 195">
              <a:extLst>
                <a:ext uri="{FF2B5EF4-FFF2-40B4-BE49-F238E27FC236}">
                  <a16:creationId xmlns:a16="http://schemas.microsoft.com/office/drawing/2014/main" id="{6109980B-300C-DF64-DFD9-2BB3C95AEB90}"/>
                </a:ext>
              </a:extLst>
            </p:cNvPr>
            <p:cNvSpPr txBox="1"/>
            <p:nvPr/>
          </p:nvSpPr>
          <p:spPr>
            <a:xfrm>
              <a:off x="12635207" y="5102406"/>
              <a:ext cx="5217251" cy="400110"/>
            </a:xfrm>
            <a:prstGeom prst="rect">
              <a:avLst/>
            </a:prstGeom>
            <a:noFill/>
          </p:spPr>
          <p:txBody>
            <a:bodyPr wrap="square" lIns="0" tIns="0" rIns="0" bIns="0" rtlCol="0">
              <a:spAutoFit/>
            </a:bodyPr>
            <a:lstStyle/>
            <a:p>
              <a:r>
                <a:rPr lang="en-US" sz="2600" dirty="0">
                  <a:solidFill>
                    <a:schemeClr val="bg2"/>
                  </a:solidFill>
                  <a:latin typeface="Calibri" panose="020F0502020204030204" pitchFamily="34" charset="0"/>
                  <a:ea typeface="Calibri" panose="020F0502020204030204" pitchFamily="34" charset="0"/>
                  <a:cs typeface="Calibri" panose="020F0502020204030204" pitchFamily="34" charset="0"/>
                </a:rPr>
                <a:t>B.1. Loss Formulation</a:t>
              </a:r>
              <a:endParaRPr lang="de-DE" sz="26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BE579C83-0115-3210-A8B8-1541EF63D549}"/>
                    </a:ext>
                  </a:extLst>
                </p:cNvPr>
                <p:cNvSpPr txBox="1"/>
                <p:nvPr/>
              </p:nvSpPr>
              <p:spPr>
                <a:xfrm>
                  <a:off x="12630521" y="8906161"/>
                  <a:ext cx="5369881" cy="3170099"/>
                </a:xfrm>
                <a:prstGeom prst="rect">
                  <a:avLst/>
                </a:prstGeom>
                <a:noFill/>
              </p:spPr>
              <p:txBody>
                <a:bodyPr wrap="square" lIns="0" tIns="0" rIns="0" bIns="0" rtlCol="0">
                  <a:spAutoFit/>
                </a:bodyPr>
                <a:lstStyle/>
                <a:p>
                  <a:pPr marL="342900" indent="-342900" algn="just">
                    <a:spcAft>
                      <a:spcPts val="1800"/>
                    </a:spcAft>
                    <a:buFont typeface="Wingdings" panose="05000000000000000000" pitchFamily="2" charset="2"/>
                    <a:buChar char="Ø"/>
                  </a:pPr>
                  <a:r>
                    <a:rPr lang="en-US" sz="2200" u="sng" dirty="0">
                      <a:latin typeface="Calibri" panose="020F0502020204030204" pitchFamily="34" charset="0"/>
                      <a:ea typeface="Calibri" panose="020F0502020204030204" pitchFamily="34" charset="0"/>
                      <a:cs typeface="Calibri" panose="020F0502020204030204" pitchFamily="34" charset="0"/>
                    </a:rPr>
                    <a:t>CE reduction:</a:t>
                  </a:r>
                  <a:r>
                    <a:rPr lang="en-US" sz="2200" dirty="0">
                      <a:latin typeface="Calibri" panose="020F0502020204030204" pitchFamily="34" charset="0"/>
                      <a:ea typeface="Calibri" panose="020F0502020204030204" pitchFamily="34" charset="0"/>
                      <a:cs typeface="Calibri" panose="020F0502020204030204" pitchFamily="34" charset="0"/>
                    </a:rPr>
                    <a:t> the drainage loss reduces to cross entropy as </a:t>
                  </a:r>
                  <a:r>
                    <a:rPr lang="el-GR" sz="2200" dirty="0">
                      <a:latin typeface="Calibri" panose="020F0502020204030204" pitchFamily="34" charset="0"/>
                      <a:ea typeface="Calibri" panose="020F0502020204030204" pitchFamily="34" charset="0"/>
                      <a:cs typeface="Calibri" panose="020F0502020204030204" pitchFamily="34" charset="0"/>
                    </a:rPr>
                    <a:t>β</a:t>
                  </a:r>
                  <a:r>
                    <a:rPr lang="en-US" sz="2200" dirty="0">
                      <a:latin typeface="Calibri" panose="020F0502020204030204" pitchFamily="34" charset="0"/>
                      <a:ea typeface="Calibri" panose="020F0502020204030204" pitchFamily="34" charset="0"/>
                      <a:cs typeface="Calibri" panose="020F0502020204030204" pitchFamily="34" charset="0"/>
                    </a:rPr>
                    <a:t> → 0 (with </a:t>
                  </a:r>
                  <a14:m>
                    <m:oMath xmlns:m="http://schemas.openxmlformats.org/officeDocument/2006/math">
                      <m:r>
                        <m:rPr>
                          <m:sty m:val="p"/>
                        </m:rPr>
                        <a:rPr lang="el-GR" sz="2200" i="1">
                          <a:solidFill>
                            <a:schemeClr val="bg2"/>
                          </a:solidFill>
                          <a:latin typeface="Cambria Math" panose="02040503050406030204" pitchFamily="18" charset="0"/>
                        </a:rPr>
                        <m:t>α</m:t>
                      </m:r>
                    </m:oMath>
                  </a14:m>
                  <a:r>
                    <a:rPr lang="en-US" sz="2200" dirty="0">
                      <a:latin typeface="Calibri" panose="020F0502020204030204" pitchFamily="34" charset="0"/>
                      <a:ea typeface="Calibri" panose="020F0502020204030204" pitchFamily="34" charset="0"/>
                      <a:cs typeface="Calibri" panose="020F0502020204030204" pitchFamily="34" charset="0"/>
                    </a:rPr>
                    <a:t> = 1, </a:t>
                  </a:r>
                  <a14:m>
                    <m:oMath xmlns:m="http://schemas.openxmlformats.org/officeDocument/2006/math">
                      <m:sSub>
                        <m:sSubPr>
                          <m:ctrlPr>
                            <a:rPr lang="ar-AE" sz="2200" i="1">
                              <a:solidFill>
                                <a:schemeClr val="accent1">
                                  <a:lumMod val="75000"/>
                                </a:schemeClr>
                              </a:solidFill>
                              <a:latin typeface="Cambria Math" panose="02040503050406030204" pitchFamily="18" charset="0"/>
                            </a:rPr>
                          </m:ctrlPr>
                        </m:sSubPr>
                        <m:e>
                          <m:r>
                            <a:rPr lang="en-US" sz="2200" i="1">
                              <a:solidFill>
                                <a:schemeClr val="accent1">
                                  <a:lumMod val="75000"/>
                                </a:schemeClr>
                              </a:solidFill>
                              <a:latin typeface="Cambria Math" panose="02040503050406030204" pitchFamily="18" charset="0"/>
                            </a:rPr>
                            <m:t>𝑝</m:t>
                          </m:r>
                        </m:e>
                        <m:sub>
                          <m:r>
                            <a:rPr lang="en-US" sz="2200" i="1">
                              <a:solidFill>
                                <a:schemeClr val="accent1">
                                  <a:lumMod val="75000"/>
                                </a:schemeClr>
                              </a:solidFill>
                              <a:latin typeface="Cambria Math" panose="02040503050406030204" pitchFamily="18" charset="0"/>
                            </a:rPr>
                            <m:t>𝑑</m:t>
                          </m:r>
                        </m:sub>
                      </m:sSub>
                    </m:oMath>
                  </a14:m>
                  <a:r>
                    <a:rPr lang="en-US" sz="2200" dirty="0">
                      <a:latin typeface="Calibri" panose="020F0502020204030204" pitchFamily="34" charset="0"/>
                      <a:ea typeface="Calibri" panose="020F0502020204030204" pitchFamily="34" charset="0"/>
                      <a:cs typeface="Calibri" panose="020F0502020204030204" pitchFamily="34" charset="0"/>
                    </a:rPr>
                    <a:t> → 0). </a:t>
                  </a:r>
                  <a:endParaRPr lang="en-US" sz="2200" u="sng" dirty="0">
                    <a:latin typeface="Calibri" panose="020F0502020204030204" pitchFamily="34" charset="0"/>
                    <a:ea typeface="Calibri" panose="020F0502020204030204" pitchFamily="34" charset="0"/>
                    <a:cs typeface="Calibri" panose="020F0502020204030204" pitchFamily="34" charset="0"/>
                  </a:endParaRPr>
                </a:p>
                <a:p>
                  <a:pPr marL="342900" indent="-342900" algn="just">
                    <a:spcAft>
                      <a:spcPts val="1800"/>
                    </a:spcAft>
                    <a:buFont typeface="Wingdings" panose="05000000000000000000" pitchFamily="2" charset="2"/>
                    <a:buChar char="Ø"/>
                  </a:pPr>
                  <a:r>
                    <a:rPr lang="en-US" sz="2200" u="sng" dirty="0">
                      <a:latin typeface="Calibri" panose="020F0502020204030204" pitchFamily="34" charset="0"/>
                      <a:ea typeface="Calibri" panose="020F0502020204030204" pitchFamily="34" charset="0"/>
                      <a:cs typeface="Calibri" panose="020F0502020204030204" pitchFamily="34" charset="0"/>
                    </a:rPr>
                    <a:t>Monotonicity:</a:t>
                  </a:r>
                  <a:r>
                    <a:rPr lang="en-US" sz="2200" dirty="0">
                      <a:latin typeface="Calibri" panose="020F0502020204030204" pitchFamily="34" charset="0"/>
                      <a:ea typeface="Calibri" panose="020F0502020204030204" pitchFamily="34" charset="0"/>
                      <a:cs typeface="Calibri" panose="020F0502020204030204" pitchFamily="34" charset="0"/>
                    </a:rPr>
                    <a:t> Moving probability mass from </a:t>
                  </a:r>
                  <a:r>
                    <a:rPr lang="en-US" sz="2200" dirty="0">
                      <a:solidFill>
                        <a:schemeClr val="accent5"/>
                      </a:solidFill>
                      <a:latin typeface="Calibri" panose="020F0502020204030204" pitchFamily="34" charset="0"/>
                      <a:ea typeface="Calibri" panose="020F0502020204030204" pitchFamily="34" charset="0"/>
                      <a:cs typeface="Calibri" panose="020F0502020204030204" pitchFamily="34" charset="0"/>
                    </a:rPr>
                    <a:t>non-target classes</a:t>
                  </a:r>
                  <a:r>
                    <a:rPr lang="en-US" sz="2200" dirty="0">
                      <a:latin typeface="Calibri" panose="020F0502020204030204" pitchFamily="34" charset="0"/>
                      <a:ea typeface="Calibri" panose="020F0502020204030204" pitchFamily="34" charset="0"/>
                      <a:cs typeface="Calibri" panose="020F0502020204030204" pitchFamily="34" charset="0"/>
                    </a:rPr>
                    <a:t> to the </a:t>
                  </a:r>
                  <a:r>
                    <a:rPr lang="en-US" sz="2200" dirty="0">
                      <a:solidFill>
                        <a:schemeClr val="accent2"/>
                      </a:solidFill>
                      <a:latin typeface="Calibri" panose="020F0502020204030204" pitchFamily="34" charset="0"/>
                      <a:ea typeface="Calibri" panose="020F0502020204030204" pitchFamily="34" charset="0"/>
                      <a:cs typeface="Calibri" panose="020F0502020204030204" pitchFamily="34" charset="0"/>
                    </a:rPr>
                    <a:t>target</a:t>
                  </a:r>
                  <a:r>
                    <a:rPr lang="en-US" sz="2200" dirty="0">
                      <a:latin typeface="Calibri" panose="020F0502020204030204" pitchFamily="34" charset="0"/>
                      <a:ea typeface="Calibri" panose="020F0502020204030204" pitchFamily="34" charset="0"/>
                      <a:cs typeface="Calibri" panose="020F0502020204030204" pitchFamily="34" charset="0"/>
                    </a:rPr>
                    <a:t> </a:t>
                  </a:r>
                  <a:r>
                    <a:rPr lang="en-US" sz="2200" dirty="0">
                      <a:solidFill>
                        <a:schemeClr val="accent2"/>
                      </a:solidFill>
                      <a:latin typeface="Calibri" panose="020F0502020204030204" pitchFamily="34" charset="0"/>
                      <a:cs typeface="Calibri" panose="020F0502020204030204" pitchFamily="34" charset="0"/>
                    </a:rPr>
                    <a:t>class</a:t>
                  </a:r>
                  <a:r>
                    <a:rPr lang="en-US" sz="2200" dirty="0">
                      <a:latin typeface="Calibri" panose="020F0502020204030204" pitchFamily="34" charset="0"/>
                      <a:ea typeface="Calibri" panose="020F0502020204030204" pitchFamily="34" charset="0"/>
                      <a:cs typeface="Calibri" panose="020F0502020204030204" pitchFamily="34" charset="0"/>
                    </a:rPr>
                    <a:t> or the </a:t>
                  </a:r>
                  <a:r>
                    <a:rPr lang="en-US" sz="2200" dirty="0">
                      <a:solidFill>
                        <a:srgbClr val="0056AC"/>
                      </a:solidFill>
                      <a:latin typeface="Calibri" panose="020F0502020204030204" pitchFamily="34" charset="0"/>
                      <a:ea typeface="Calibri" panose="020F0502020204030204" pitchFamily="34" charset="0"/>
                      <a:cs typeface="Calibri" panose="020F0502020204030204" pitchFamily="34" charset="0"/>
                    </a:rPr>
                    <a:t>drainage</a:t>
                  </a:r>
                  <a:r>
                    <a:rPr lang="en-US" sz="2200" dirty="0">
                      <a:latin typeface="Calibri" panose="020F0502020204030204" pitchFamily="34" charset="0"/>
                      <a:ea typeface="Calibri" panose="020F0502020204030204" pitchFamily="34" charset="0"/>
                      <a:cs typeface="Calibri" panose="020F0502020204030204" pitchFamily="34" charset="0"/>
                    </a:rPr>
                    <a:t> node decreases the loss.</a:t>
                  </a:r>
                </a:p>
                <a:p>
                  <a:pPr marL="342900" indent="-342900" algn="just">
                    <a:spcAft>
                      <a:spcPts val="1800"/>
                    </a:spcAft>
                    <a:buFont typeface="Wingdings" panose="05000000000000000000" pitchFamily="2" charset="2"/>
                    <a:buChar char="Ø"/>
                  </a:pPr>
                  <a:r>
                    <a:rPr lang="en-US" sz="2200" u="sng" dirty="0">
                      <a:latin typeface="Calibri" panose="020F0502020204030204" pitchFamily="34" charset="0"/>
                      <a:ea typeface="Calibri" panose="020F0502020204030204" pitchFamily="34" charset="0"/>
                      <a:cs typeface="Calibri" panose="020F0502020204030204" pitchFamily="34" charset="0"/>
                    </a:rPr>
                    <a:t>Convexity:</a:t>
                  </a:r>
                  <a:r>
                    <a:rPr lang="en-US" sz="2200" dirty="0">
                      <a:latin typeface="Calibri" panose="020F0502020204030204" pitchFamily="34" charset="0"/>
                      <a:ea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The drainage loss is convex in the logits, guaranteeing a unique minimum for linear models</a:t>
                  </a:r>
                  <a:r>
                    <a:rPr lang="en-US" dirty="0"/>
                    <a:t>.</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98" name="TextBox 197">
                  <a:extLst>
                    <a:ext uri="{FF2B5EF4-FFF2-40B4-BE49-F238E27FC236}">
                      <a16:creationId xmlns:a16="http://schemas.microsoft.com/office/drawing/2014/main" id="{BE579C83-0115-3210-A8B8-1541EF63D549}"/>
                    </a:ext>
                  </a:extLst>
                </p:cNvPr>
                <p:cNvSpPr txBox="1">
                  <a:spLocks noRot="1" noChangeAspect="1" noMove="1" noResize="1" noEditPoints="1" noAdjustHandles="1" noChangeArrowheads="1" noChangeShapeType="1" noTextEdit="1"/>
                </p:cNvSpPr>
                <p:nvPr/>
              </p:nvSpPr>
              <p:spPr>
                <a:xfrm>
                  <a:off x="12630521" y="8906161"/>
                  <a:ext cx="5369881" cy="3170099"/>
                </a:xfrm>
                <a:prstGeom prst="rect">
                  <a:avLst/>
                </a:prstGeom>
                <a:blipFill>
                  <a:blip r:embed="rId10"/>
                  <a:stretch>
                    <a:fillRect l="-2951" t="-2692" r="-3178" b="-4423"/>
                  </a:stretch>
                </a:blipFill>
              </p:spPr>
              <p:txBody>
                <a:bodyPr/>
                <a:lstStyle/>
                <a:p>
                  <a:r>
                    <a:rPr lang="en-GB">
                      <a:noFill/>
                    </a:rPr>
                    <a:t> </a:t>
                  </a:r>
                </a:p>
              </p:txBody>
            </p:sp>
          </mc:Fallback>
        </mc:AlternateContent>
        <p:sp>
          <p:nvSpPr>
            <p:cNvPr id="200" name="TextBox 199">
              <a:extLst>
                <a:ext uri="{FF2B5EF4-FFF2-40B4-BE49-F238E27FC236}">
                  <a16:creationId xmlns:a16="http://schemas.microsoft.com/office/drawing/2014/main" id="{42240CF8-D85F-A5BA-CFB0-AABF5DC521BD}"/>
                </a:ext>
              </a:extLst>
            </p:cNvPr>
            <p:cNvSpPr txBox="1"/>
            <p:nvPr/>
          </p:nvSpPr>
          <p:spPr>
            <a:xfrm>
              <a:off x="12635207" y="8339777"/>
              <a:ext cx="5217251" cy="400110"/>
            </a:xfrm>
            <a:prstGeom prst="rect">
              <a:avLst/>
            </a:prstGeom>
            <a:noFill/>
          </p:spPr>
          <p:txBody>
            <a:bodyPr wrap="square" lIns="0" tIns="0" rIns="0" bIns="0" rtlCol="0">
              <a:spAutoFit/>
            </a:bodyPr>
            <a:lstStyle/>
            <a:p>
              <a:r>
                <a:rPr lang="en-US" sz="2600" dirty="0">
                  <a:solidFill>
                    <a:schemeClr val="bg2"/>
                  </a:solidFill>
                  <a:latin typeface="Calibri" panose="020F0502020204030204" pitchFamily="34" charset="0"/>
                  <a:cs typeface="Calibri" panose="020F0502020204030204" pitchFamily="34" charset="0"/>
                </a:rPr>
                <a:t>B.2. Loss Properties</a:t>
              </a:r>
              <a:endParaRPr lang="de-DE" sz="2600" dirty="0">
                <a:solidFill>
                  <a:schemeClr val="bg2"/>
                </a:solidFill>
                <a:latin typeface="Calibri" panose="020F0502020204030204" pitchFamily="34" charset="0"/>
                <a:cs typeface="Calibri" panose="020F0502020204030204" pitchFamily="34" charset="0"/>
              </a:endParaRPr>
            </a:p>
          </p:txBody>
        </p:sp>
        <p:pic>
          <p:nvPicPr>
            <p:cNvPr id="204" name="Picture 203">
              <a:extLst>
                <a:ext uri="{FF2B5EF4-FFF2-40B4-BE49-F238E27FC236}">
                  <a16:creationId xmlns:a16="http://schemas.microsoft.com/office/drawing/2014/main" id="{86E24F80-A028-99B7-D47F-973630094D7F}"/>
                </a:ext>
              </a:extLst>
            </p:cNvPr>
            <p:cNvPicPr>
              <a:picLocks noChangeAspect="1"/>
            </p:cNvPicPr>
            <p:nvPr/>
          </p:nvPicPr>
          <p:blipFill>
            <a:blip r:embed="rId11"/>
            <a:stretch>
              <a:fillRect/>
            </a:stretch>
          </p:blipFill>
          <p:spPr>
            <a:xfrm>
              <a:off x="18550543" y="8639279"/>
              <a:ext cx="2861034" cy="2776281"/>
            </a:xfrm>
            <a:prstGeom prst="rect">
              <a:avLst/>
            </a:prstGeom>
          </p:spPr>
        </p:pic>
        <p:pic>
          <p:nvPicPr>
            <p:cNvPr id="213" name="Picture 212">
              <a:extLst>
                <a:ext uri="{FF2B5EF4-FFF2-40B4-BE49-F238E27FC236}">
                  <a16:creationId xmlns:a16="http://schemas.microsoft.com/office/drawing/2014/main" id="{CC7D90A6-FFBA-C5D5-42D6-B829F5616A02}"/>
                </a:ext>
              </a:extLst>
            </p:cNvPr>
            <p:cNvPicPr>
              <a:picLocks noChangeAspect="1"/>
            </p:cNvPicPr>
            <p:nvPr/>
          </p:nvPicPr>
          <p:blipFill>
            <a:blip r:embed="rId12">
              <a:extLst>
                <a:ext uri="{96DAC541-7B7A-43D3-8B79-37D633B846F1}">
                  <asvg:svgBlip xmlns:asvg="http://schemas.microsoft.com/office/drawing/2016/SVG/main" r:embed="rId13"/>
                </a:ext>
              </a:extLst>
            </a:blip>
            <a:srcRect l="1157" r="1903"/>
            <a:stretch>
              <a:fillRect/>
            </a:stretch>
          </p:blipFill>
          <p:spPr>
            <a:xfrm>
              <a:off x="12630521" y="12955650"/>
              <a:ext cx="8776369" cy="5348097"/>
            </a:xfrm>
            <a:prstGeom prst="rect">
              <a:avLst/>
            </a:prstGeom>
          </p:spPr>
        </p:pic>
        <p:sp>
          <p:nvSpPr>
            <p:cNvPr id="214" name="Google Shape;182;p20">
              <a:extLst>
                <a:ext uri="{FF2B5EF4-FFF2-40B4-BE49-F238E27FC236}">
                  <a16:creationId xmlns:a16="http://schemas.microsoft.com/office/drawing/2014/main" id="{C3AB93DC-0182-1AD3-7400-9A7E1C2E5766}"/>
                </a:ext>
              </a:extLst>
            </p:cNvPr>
            <p:cNvSpPr txBox="1"/>
            <p:nvPr/>
          </p:nvSpPr>
          <p:spPr>
            <a:xfrm>
              <a:off x="18550542" y="11535865"/>
              <a:ext cx="2832820" cy="877163"/>
            </a:xfrm>
            <a:prstGeom prst="rect">
              <a:avLst/>
            </a:prstGeom>
            <a:noFill/>
            <a:ln>
              <a:noFill/>
            </a:ln>
          </p:spPr>
          <p:txBody>
            <a:bodyPr spcFirstLastPara="1" wrap="square" lIns="0" tIns="0" rIns="0" bIns="0" anchor="t" anchorCtr="0">
              <a:spAutoFit/>
            </a:bodyPr>
            <a:lstStyle/>
            <a:p>
              <a:pPr lvl="0" algn="just"/>
              <a:r>
                <a:rPr lang="en-US" sz="1900" spc="-40" dirty="0">
                  <a:solidFill>
                    <a:schemeClr val="accent1">
                      <a:lumMod val="60000"/>
                      <a:lumOff val="40000"/>
                    </a:schemeClr>
                  </a:solidFill>
                  <a:latin typeface="Calibri" panose="020F0502020204030204" pitchFamily="34" charset="0"/>
                  <a:cs typeface="Calibri" panose="020F0502020204030204" pitchFamily="34" charset="0"/>
                  <a:sym typeface="Calibri"/>
                </a:rPr>
                <a:t>Figure 3. Monotonic behavior of the drainage loss under different drainage allocations.</a:t>
              </a:r>
              <a:endParaRPr sz="1900" spc="-40" dirty="0">
                <a:solidFill>
                  <a:schemeClr val="accent1">
                    <a:lumMod val="60000"/>
                    <a:lumOff val="40000"/>
                  </a:schemeClr>
                </a:solidFill>
                <a:latin typeface="Calibri" panose="020F0502020204030204" pitchFamily="34" charset="0"/>
                <a:cs typeface="Calibri" panose="020F0502020204030204" pitchFamily="34" charset="0"/>
              </a:endParaRPr>
            </a:p>
          </p:txBody>
        </p:sp>
      </p:grpSp>
      <p:grpSp>
        <p:nvGrpSpPr>
          <p:cNvPr id="6" name="Group 5">
            <a:extLst>
              <a:ext uri="{FF2B5EF4-FFF2-40B4-BE49-F238E27FC236}">
                <a16:creationId xmlns:a16="http://schemas.microsoft.com/office/drawing/2014/main" id="{ABDFCFA7-5591-6B1C-F46E-974047B6E984}"/>
              </a:ext>
            </a:extLst>
          </p:cNvPr>
          <p:cNvGrpSpPr/>
          <p:nvPr/>
        </p:nvGrpSpPr>
        <p:grpSpPr>
          <a:xfrm>
            <a:off x="1120336" y="3666573"/>
            <a:ext cx="10358526" cy="16502332"/>
            <a:chOff x="1386749" y="3240000"/>
            <a:chExt cx="10358526" cy="16502332"/>
          </a:xfrm>
        </p:grpSpPr>
        <p:sp>
          <p:nvSpPr>
            <p:cNvPr id="171" name="Google Shape;171;p20">
              <a:extLst>
                <a:ext uri="{FF2B5EF4-FFF2-40B4-BE49-F238E27FC236}">
                  <a16:creationId xmlns:a16="http://schemas.microsoft.com/office/drawing/2014/main" id="{9E509EE7-9588-E84E-09B8-25CDEB1F154F}"/>
                </a:ext>
              </a:extLst>
            </p:cNvPr>
            <p:cNvSpPr txBox="1"/>
            <p:nvPr/>
          </p:nvSpPr>
          <p:spPr>
            <a:xfrm>
              <a:off x="1386751" y="4133722"/>
              <a:ext cx="10358524" cy="15608610"/>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540000" tIns="360000" rIns="540000" bIns="540000" anchor="t" anchorCtr="0">
              <a:noAutofit/>
            </a:bodyPr>
            <a:lstStyle/>
            <a:p>
              <a:pPr lvl="0" indent="1588">
                <a:spcBef>
                  <a:spcPts val="766"/>
                </a:spcBef>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Abstract:</a:t>
              </a:r>
              <a:endPar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sym typeface="Calibri"/>
              </a:endParaRPr>
            </a:p>
            <a:p>
              <a:pPr lvl="1" algn="just">
                <a:spcBef>
                  <a:spcPts val="614"/>
                </a:spcBef>
                <a:buSzPts val="2500"/>
              </a:pPr>
              <a:r>
                <a:rPr lang="en-US" sz="2200" dirty="0">
                  <a:latin typeface="Calibri" panose="020F0502020204030204" pitchFamily="34" charset="0"/>
                  <a:cs typeface="Calibri" panose="020F0502020204030204" pitchFamily="34" charset="0"/>
                </a:rPr>
                <a:t>Modern deep learning struggles with noisy labels, class ambiguity, and out-of-distribution samples. We propose a drainage node added to the network output, which absorbs probability mass from ambiguous, anomalous, or corrupted samples; providing a principled escape from forced hard classification. Our method improves accuracy under severe label noise, matches or surpasses state-of-the-art on real-world noisy datasets, and naturally extends to open-set recognition without architectural changes.</a:t>
              </a:r>
              <a:endParaRPr lang="en-US" sz="2200" dirty="0">
                <a:latin typeface="Calibri" panose="020F0502020204030204" pitchFamily="34" charset="0"/>
                <a:cs typeface="Calibri" panose="020F0502020204030204" pitchFamily="34" charset="0"/>
                <a:sym typeface="Calibri"/>
              </a:endParaRPr>
            </a:p>
            <a:p>
              <a:endParaRPr lang="en-US" sz="2200" dirty="0">
                <a:latin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r>
                <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rPr>
                <a:t> </a:t>
              </a: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p:txBody>
        </p:sp>
        <p:sp>
          <p:nvSpPr>
            <p:cNvPr id="172" name="Google Shape;172;p20">
              <a:extLst>
                <a:ext uri="{FF2B5EF4-FFF2-40B4-BE49-F238E27FC236}">
                  <a16:creationId xmlns:a16="http://schemas.microsoft.com/office/drawing/2014/main" id="{DE4CD126-1AD2-844C-B864-EDEB395D9BAB}"/>
                </a:ext>
              </a:extLst>
            </p:cNvPr>
            <p:cNvSpPr/>
            <p:nvPr/>
          </p:nvSpPr>
          <p:spPr>
            <a:xfrm>
              <a:off x="1386749" y="3240000"/>
              <a:ext cx="10358526" cy="900000"/>
            </a:xfrm>
            <a:prstGeom prst="rect">
              <a:avLst/>
            </a:prstGeom>
            <a:solidFill>
              <a:schemeClr val="accent1"/>
            </a:solidFill>
            <a:ln w="12700"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3200" b="1" dirty="0">
                  <a:solidFill>
                    <a:schemeClr val="bg1"/>
                  </a:solidFill>
                  <a:latin typeface="Calibri" panose="020F0502020204030204" pitchFamily="34" charset="0"/>
                  <a:ea typeface="Calibri" panose="020F0502020204030204" pitchFamily="34" charset="0"/>
                  <a:cs typeface="Calibri" panose="020F0502020204030204" pitchFamily="34" charset="0"/>
                  <a:sym typeface="Roboto Light"/>
                </a:rPr>
                <a:t>Introduction</a:t>
              </a:r>
              <a:endParaRPr sz="3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82" name="Google Shape;182;p20">
              <a:extLst>
                <a:ext uri="{FF2B5EF4-FFF2-40B4-BE49-F238E27FC236}">
                  <a16:creationId xmlns:a16="http://schemas.microsoft.com/office/drawing/2014/main" id="{81E40F87-C5A3-1D47-5851-475B9434E97F}"/>
                </a:ext>
              </a:extLst>
            </p:cNvPr>
            <p:cNvSpPr txBox="1"/>
            <p:nvPr/>
          </p:nvSpPr>
          <p:spPr>
            <a:xfrm>
              <a:off x="1927408" y="18164724"/>
              <a:ext cx="9277200" cy="1169551"/>
            </a:xfrm>
            <a:prstGeom prst="rect">
              <a:avLst/>
            </a:prstGeom>
            <a:noFill/>
            <a:ln>
              <a:noFill/>
            </a:ln>
          </p:spPr>
          <p:txBody>
            <a:bodyPr spcFirstLastPara="1" wrap="square" lIns="0" tIns="0" rIns="0" bIns="0" anchor="t" anchorCtr="0">
              <a:spAutoFit/>
            </a:bodyPr>
            <a:lstStyle/>
            <a:p>
              <a:pPr algn="just"/>
              <a:r>
                <a:rPr lang="en-US" sz="1900" dirty="0">
                  <a:solidFill>
                    <a:schemeClr val="accent1">
                      <a:lumMod val="60000"/>
                      <a:lumOff val="40000"/>
                    </a:schemeClr>
                  </a:solidFill>
                  <a:latin typeface="Calibri" panose="020F0502020204030204" pitchFamily="34" charset="0"/>
                  <a:cs typeface="Calibri" panose="020F0502020204030204" pitchFamily="34" charset="0"/>
                  <a:sym typeface="Calibri"/>
                </a:rPr>
                <a:t>Figure 2. Sources of class uncertainty and how they are handled by standard versus our drainage model. Unlike standard classifiers, our approach is robust to mislabeled, ambiguous, and outlier instances, which can be assigned to “drainage” instead of forced into arbitrary classes.</a:t>
              </a:r>
            </a:p>
          </p:txBody>
        </p:sp>
        <p:sp>
          <p:nvSpPr>
            <p:cNvPr id="2" name="TextBox 1">
              <a:extLst>
                <a:ext uri="{FF2B5EF4-FFF2-40B4-BE49-F238E27FC236}">
                  <a16:creationId xmlns:a16="http://schemas.microsoft.com/office/drawing/2014/main" id="{47938727-543B-ECF1-C9C0-A7931F958CBC}"/>
                </a:ext>
              </a:extLst>
            </p:cNvPr>
            <p:cNvSpPr txBox="1"/>
            <p:nvPr/>
          </p:nvSpPr>
          <p:spPr>
            <a:xfrm>
              <a:off x="1936933" y="7783080"/>
              <a:ext cx="2488414" cy="492443"/>
            </a:xfrm>
            <a:prstGeom prst="rect">
              <a:avLst/>
            </a:prstGeom>
            <a:noFill/>
          </p:spPr>
          <p:txBody>
            <a:bodyPr wrap="square" lIns="0" tIns="0" rIns="0" bIns="0" rtlCol="0">
              <a:spAutoFit/>
            </a:bodyPr>
            <a:lstStyle/>
            <a:p>
              <a:r>
                <a:rPr lang="en-US" sz="3200" b="1" dirty="0">
                  <a:solidFill>
                    <a:schemeClr val="accent1"/>
                  </a:solidFill>
                  <a:latin typeface="Calibri" panose="020F0502020204030204" pitchFamily="34" charset="0"/>
                  <a:cs typeface="Calibri" panose="020F0502020204030204" pitchFamily="34" charset="0"/>
                </a:rPr>
                <a:t>A. Overview</a:t>
              </a:r>
              <a:endParaRPr lang="de-DE" sz="3200" b="1" dirty="0">
                <a:solidFill>
                  <a:schemeClr val="accent1"/>
                </a:solidFill>
                <a:latin typeface="Calibri" panose="020F0502020204030204" pitchFamily="34" charset="0"/>
                <a:cs typeface="Calibri" panose="020F0502020204030204" pitchFamily="34" charset="0"/>
              </a:endParaRPr>
            </a:p>
          </p:txBody>
        </p:sp>
        <p:pic>
          <p:nvPicPr>
            <p:cNvPr id="176" name="Graphic 175">
              <a:extLst>
                <a:ext uri="{FF2B5EF4-FFF2-40B4-BE49-F238E27FC236}">
                  <a16:creationId xmlns:a16="http://schemas.microsoft.com/office/drawing/2014/main" id="{B7720025-DBEE-ACC5-7D3A-75A99C51184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036659" y="13847235"/>
              <a:ext cx="9167950" cy="4212301"/>
            </a:xfrm>
            <a:prstGeom prst="rect">
              <a:avLst/>
            </a:prstGeom>
          </p:spPr>
        </p:pic>
        <p:sp>
          <p:nvSpPr>
            <p:cNvPr id="193" name="TextBox 192">
              <a:extLst>
                <a:ext uri="{FF2B5EF4-FFF2-40B4-BE49-F238E27FC236}">
                  <a16:creationId xmlns:a16="http://schemas.microsoft.com/office/drawing/2014/main" id="{563E0F8C-F4BB-F9F1-1288-A247D1E3A8AD}"/>
                </a:ext>
              </a:extLst>
            </p:cNvPr>
            <p:cNvSpPr txBox="1"/>
            <p:nvPr/>
          </p:nvSpPr>
          <p:spPr>
            <a:xfrm>
              <a:off x="1927409" y="8278986"/>
              <a:ext cx="5217251" cy="400110"/>
            </a:xfrm>
            <a:prstGeom prst="rect">
              <a:avLst/>
            </a:prstGeom>
            <a:noFill/>
          </p:spPr>
          <p:txBody>
            <a:bodyPr wrap="square" lIns="0" tIns="0" rIns="0" bIns="0" rtlCol="0">
              <a:spAutoFit/>
            </a:bodyPr>
            <a:lstStyle/>
            <a:p>
              <a:r>
                <a:rPr lang="en-US" sz="2600" dirty="0">
                  <a:solidFill>
                    <a:schemeClr val="bg2"/>
                  </a:solidFill>
                  <a:latin typeface="Calibri" panose="020F0502020204030204" pitchFamily="34" charset="0"/>
                  <a:ea typeface="Calibri" panose="020F0502020204030204" pitchFamily="34" charset="0"/>
                  <a:cs typeface="Calibri" panose="020F0502020204030204" pitchFamily="34" charset="0"/>
                </a:rPr>
                <a:t>A.1. Drainage Architecture</a:t>
              </a:r>
              <a:endParaRPr lang="de-DE" sz="26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194" name="TextBox 193">
              <a:extLst>
                <a:ext uri="{FF2B5EF4-FFF2-40B4-BE49-F238E27FC236}">
                  <a16:creationId xmlns:a16="http://schemas.microsoft.com/office/drawing/2014/main" id="{520F63DD-5037-39BC-BD58-879EB162A2D5}"/>
                </a:ext>
              </a:extLst>
            </p:cNvPr>
            <p:cNvSpPr txBox="1"/>
            <p:nvPr/>
          </p:nvSpPr>
          <p:spPr>
            <a:xfrm>
              <a:off x="1927408" y="13285684"/>
              <a:ext cx="5217251" cy="400110"/>
            </a:xfrm>
            <a:prstGeom prst="rect">
              <a:avLst/>
            </a:prstGeom>
            <a:noFill/>
          </p:spPr>
          <p:txBody>
            <a:bodyPr wrap="square" lIns="0" tIns="0" rIns="0" bIns="0" rtlCol="0">
              <a:spAutoFit/>
            </a:bodyPr>
            <a:lstStyle/>
            <a:p>
              <a:r>
                <a:rPr lang="en-US" sz="2600" dirty="0">
                  <a:solidFill>
                    <a:schemeClr val="bg2"/>
                  </a:solidFill>
                  <a:latin typeface="Calibri" panose="020F0502020204030204" pitchFamily="34" charset="0"/>
                  <a:ea typeface="Calibri" panose="020F0502020204030204" pitchFamily="34" charset="0"/>
                  <a:cs typeface="Calibri" panose="020F0502020204030204" pitchFamily="34" charset="0"/>
                </a:rPr>
                <a:t>A.2. Drainage Use Cases</a:t>
              </a:r>
              <a:endParaRPr lang="de-DE" sz="26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215" name="Google Shape;182;p20">
              <a:extLst>
                <a:ext uri="{FF2B5EF4-FFF2-40B4-BE49-F238E27FC236}">
                  <a16:creationId xmlns:a16="http://schemas.microsoft.com/office/drawing/2014/main" id="{36F03CC5-E42D-3E34-6B26-73B3AD62729D}"/>
                </a:ext>
              </a:extLst>
            </p:cNvPr>
            <p:cNvSpPr txBox="1"/>
            <p:nvPr/>
          </p:nvSpPr>
          <p:spPr>
            <a:xfrm>
              <a:off x="1927408" y="11987405"/>
              <a:ext cx="9277200" cy="584775"/>
            </a:xfrm>
            <a:prstGeom prst="rect">
              <a:avLst/>
            </a:prstGeom>
            <a:noFill/>
            <a:ln>
              <a:noFill/>
            </a:ln>
          </p:spPr>
          <p:txBody>
            <a:bodyPr spcFirstLastPara="1" wrap="square" lIns="0" tIns="0" rIns="0" bIns="0" anchor="t" anchorCtr="0">
              <a:spAutoFit/>
            </a:bodyPr>
            <a:lstStyle/>
            <a:p>
              <a:pPr lvl="0" algn="just"/>
              <a:r>
                <a:rPr lang="en-US" sz="1900"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sym typeface="Calibri"/>
                </a:rPr>
                <a:t>Figure 1. Depiction of the classical neural network-based classification architectures (left) and our proposed drainage architecture (right).</a:t>
              </a:r>
              <a:endParaRPr sz="1900"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220" name="TextBox 219">
              <a:extLst>
                <a:ext uri="{FF2B5EF4-FFF2-40B4-BE49-F238E27FC236}">
                  <a16:creationId xmlns:a16="http://schemas.microsoft.com/office/drawing/2014/main" id="{0FE18B8B-D14C-3CB0-949C-F0959B9FE495}"/>
                </a:ext>
              </a:extLst>
            </p:cNvPr>
            <p:cNvSpPr txBox="1"/>
            <p:nvPr/>
          </p:nvSpPr>
          <p:spPr>
            <a:xfrm>
              <a:off x="1927412" y="8734675"/>
              <a:ext cx="9277200" cy="677108"/>
            </a:xfrm>
            <a:prstGeom prst="rect">
              <a:avLst/>
            </a:prstGeom>
            <a:noFill/>
          </p:spPr>
          <p:txBody>
            <a:bodyPr wrap="square" lIns="0" tIns="0" rIns="0" bIns="0" rtlCol="0">
              <a:spAutoFit/>
            </a:bodyPr>
            <a:lstStyle/>
            <a:p>
              <a:pPr algn="just"/>
              <a:r>
                <a:rPr lang="en-US" sz="2200" dirty="0">
                  <a:latin typeface="Calibri" panose="020F0502020204030204" pitchFamily="34" charset="0"/>
                  <a:cs typeface="Calibri" panose="020F0502020204030204" pitchFamily="34" charset="0"/>
                </a:rPr>
                <a:t>A drainage node is added on top of the classification head acting as a sink for mislabeled or ambiguous samples. </a:t>
              </a:r>
              <a:endParaRPr lang="de-DE" sz="2200" dirty="0">
                <a:latin typeface="Calibri" panose="020F0502020204030204" pitchFamily="34" charset="0"/>
                <a:cs typeface="Calibri" panose="020F0502020204030204" pitchFamily="34" charset="0"/>
              </a:endParaRPr>
            </a:p>
          </p:txBody>
        </p:sp>
        <p:pic>
          <p:nvPicPr>
            <p:cNvPr id="229" name="Graphic 228">
              <a:extLst>
                <a:ext uri="{FF2B5EF4-FFF2-40B4-BE49-F238E27FC236}">
                  <a16:creationId xmlns:a16="http://schemas.microsoft.com/office/drawing/2014/main" id="{7B0A1289-72DB-6808-F599-B7E4902A0C6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356024" y="9511445"/>
              <a:ext cx="8644285" cy="2335039"/>
            </a:xfrm>
            <a:prstGeom prst="rect">
              <a:avLst/>
            </a:prstGeom>
          </p:spPr>
        </p:pic>
      </p:grpSp>
      <p:grpSp>
        <p:nvGrpSpPr>
          <p:cNvPr id="12" name="Group 11">
            <a:extLst>
              <a:ext uri="{FF2B5EF4-FFF2-40B4-BE49-F238E27FC236}">
                <a16:creationId xmlns:a16="http://schemas.microsoft.com/office/drawing/2014/main" id="{8BFFB20F-6787-C439-9F1C-02EA5FA03F0E}"/>
              </a:ext>
            </a:extLst>
          </p:cNvPr>
          <p:cNvGrpSpPr/>
          <p:nvPr/>
        </p:nvGrpSpPr>
        <p:grpSpPr>
          <a:xfrm>
            <a:off x="22257627" y="3667780"/>
            <a:ext cx="20511853" cy="16501126"/>
            <a:chOff x="22257627" y="3241207"/>
            <a:chExt cx="20511853" cy="16501126"/>
          </a:xfrm>
        </p:grpSpPr>
        <p:sp>
          <p:nvSpPr>
            <p:cNvPr id="223" name="Google Shape;171;p20">
              <a:extLst>
                <a:ext uri="{FF2B5EF4-FFF2-40B4-BE49-F238E27FC236}">
                  <a16:creationId xmlns:a16="http://schemas.microsoft.com/office/drawing/2014/main" id="{A7A6149B-FCE5-F35F-E0BF-BA5F21DF93E1}"/>
                </a:ext>
              </a:extLst>
            </p:cNvPr>
            <p:cNvSpPr txBox="1"/>
            <p:nvPr/>
          </p:nvSpPr>
          <p:spPr>
            <a:xfrm>
              <a:off x="22257627" y="18230322"/>
              <a:ext cx="20511850" cy="1512011"/>
            </a:xfrm>
            <a:prstGeom prst="rect">
              <a:avLst/>
            </a:prstGeom>
            <a:solidFill>
              <a:schemeClr val="bg1"/>
            </a:solidFill>
            <a:ln w="12700" cap="flat" cmpd="sng">
              <a:solidFill>
                <a:schemeClr val="accent1"/>
              </a:solidFill>
              <a:prstDash val="solid"/>
              <a:round/>
              <a:headEnd type="none" w="sm" len="sm"/>
              <a:tailEnd type="none" w="sm" len="sm"/>
            </a:ln>
          </p:spPr>
          <p:txBody>
            <a:bodyPr spcFirstLastPara="1" wrap="square" lIns="0" tIns="0" rIns="0" bIns="0" anchor="t" anchorCtr="0">
              <a:noAutofit/>
            </a:bodyPr>
            <a:lstStyle/>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r>
                <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rPr>
                <a:t> </a:t>
              </a: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pPr marL="0" marR="0" lvl="0" indent="0" algn="l" rtl="0">
                <a:spcBef>
                  <a:spcPts val="0"/>
                </a:spcBef>
                <a:spcAft>
                  <a:spcPts val="0"/>
                </a:spcAft>
                <a:buNone/>
              </a:pPr>
              <a:endParaRPr lang="en-US" sz="3067" b="0" u="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p:txBody>
        </p:sp>
        <p:sp>
          <p:nvSpPr>
            <p:cNvPr id="222" name="Google Shape;171;p20">
              <a:extLst>
                <a:ext uri="{FF2B5EF4-FFF2-40B4-BE49-F238E27FC236}">
                  <a16:creationId xmlns:a16="http://schemas.microsoft.com/office/drawing/2014/main" id="{4D420A25-A2D5-46F9-DCDD-635E7E4CFAFC}"/>
                </a:ext>
              </a:extLst>
            </p:cNvPr>
            <p:cNvSpPr txBox="1"/>
            <p:nvPr/>
          </p:nvSpPr>
          <p:spPr>
            <a:xfrm>
              <a:off x="22257630" y="4133723"/>
              <a:ext cx="20511847" cy="12740910"/>
            </a:xfrm>
            <a:prstGeom prst="rect">
              <a:avLst/>
            </a:prstGeom>
            <a:noFill/>
            <a:ln w="12700" cap="flat" cmpd="sng">
              <a:solidFill>
                <a:schemeClr val="accent1"/>
              </a:solidFill>
              <a:prstDash val="solid"/>
              <a:round/>
              <a:headEnd type="none" w="sm" len="sm"/>
              <a:tailEnd type="none" w="sm" len="sm"/>
            </a:ln>
          </p:spPr>
          <p:txBody>
            <a:bodyPr spcFirstLastPara="1" wrap="square" lIns="0" tIns="0" rIns="0" bIns="0" anchor="t" anchorCtr="0">
              <a:noAutofit/>
            </a:bodyPr>
            <a:lstStyle/>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r>
                <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rPr>
                <a:t> </a:t>
              </a: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endParaRPr lang="en-US" sz="3200" b="1" dirty="0">
                <a:solidFill>
                  <a:srgbClr val="0000FF"/>
                </a:solidFill>
                <a:latin typeface="Calibri" panose="020F0502020204030204" pitchFamily="34" charset="0"/>
                <a:ea typeface="Calibri" panose="020F0502020204030204" pitchFamily="34" charset="0"/>
                <a:cs typeface="Calibri" panose="020F0502020204030204" pitchFamily="34" charset="0"/>
                <a:sym typeface="Roboto Light"/>
              </a:endParaRPr>
            </a:p>
            <a:p>
              <a:pPr marL="0" marR="0" lvl="0" indent="0" algn="l" rtl="0">
                <a:spcBef>
                  <a:spcPts val="0"/>
                </a:spcBef>
                <a:spcAft>
                  <a:spcPts val="0"/>
                </a:spcAft>
                <a:buNone/>
              </a:pPr>
              <a:endParaRPr lang="en-US" sz="3067" b="0" u="non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1371600" lvl="0" indent="0" algn="l" rtl="0">
                <a:spcBef>
                  <a:spcPts val="538"/>
                </a:spcBef>
                <a:spcAft>
                  <a:spcPts val="0"/>
                </a:spcAft>
                <a:buNone/>
              </a:pPr>
              <a:endPar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337DAE22-22E8-43D3-7628-3AA9AF0B6559}"/>
                </a:ext>
              </a:extLst>
            </p:cNvPr>
            <p:cNvPicPr>
              <a:picLocks noChangeAspect="1"/>
            </p:cNvPicPr>
            <p:nvPr/>
          </p:nvPicPr>
          <p:blipFill>
            <a:blip r:embed="rId18"/>
            <a:stretch>
              <a:fillRect/>
            </a:stretch>
          </p:blipFill>
          <p:spPr>
            <a:xfrm>
              <a:off x="31948782" y="5072627"/>
              <a:ext cx="10040751" cy="4296455"/>
            </a:xfrm>
            <a:prstGeom prst="rect">
              <a:avLst/>
            </a:prstGeom>
          </p:spPr>
        </p:pic>
        <p:pic>
          <p:nvPicPr>
            <p:cNvPr id="4" name="Picture 3">
              <a:extLst>
                <a:ext uri="{FF2B5EF4-FFF2-40B4-BE49-F238E27FC236}">
                  <a16:creationId xmlns:a16="http://schemas.microsoft.com/office/drawing/2014/main" id="{71A9F7A0-E3B8-24B8-97BE-3E804AC4357D}"/>
                </a:ext>
              </a:extLst>
            </p:cNvPr>
            <p:cNvPicPr>
              <a:picLocks noChangeAspect="1"/>
            </p:cNvPicPr>
            <p:nvPr/>
          </p:nvPicPr>
          <p:blipFill>
            <a:blip r:embed="rId19">
              <a:extLst>
                <a:ext uri="{96DAC541-7B7A-43D3-8B79-37D633B846F1}">
                  <asvg:svgBlip xmlns:asvg="http://schemas.microsoft.com/office/drawing/2016/SVG/main" r:embed="rId20"/>
                </a:ext>
              </a:extLst>
            </a:blip>
            <a:srcRect/>
            <a:stretch/>
          </p:blipFill>
          <p:spPr>
            <a:xfrm>
              <a:off x="31948782" y="13350623"/>
              <a:ext cx="5640440" cy="3209335"/>
            </a:xfrm>
            <a:prstGeom prst="rect">
              <a:avLst/>
            </a:prstGeom>
          </p:spPr>
        </p:pic>
        <p:sp>
          <p:nvSpPr>
            <p:cNvPr id="5" name="Google Shape;182;p20">
              <a:extLst>
                <a:ext uri="{FF2B5EF4-FFF2-40B4-BE49-F238E27FC236}">
                  <a16:creationId xmlns:a16="http://schemas.microsoft.com/office/drawing/2014/main" id="{4392650E-EA44-A191-F058-C5DA1E161A18}"/>
                </a:ext>
              </a:extLst>
            </p:cNvPr>
            <p:cNvSpPr txBox="1"/>
            <p:nvPr/>
          </p:nvSpPr>
          <p:spPr>
            <a:xfrm>
              <a:off x="22824000" y="13173329"/>
              <a:ext cx="8574510" cy="584775"/>
            </a:xfrm>
            <a:prstGeom prst="rect">
              <a:avLst/>
            </a:prstGeom>
            <a:noFill/>
            <a:ln>
              <a:noFill/>
            </a:ln>
          </p:spPr>
          <p:txBody>
            <a:bodyPr spcFirstLastPara="1" wrap="square" lIns="0" tIns="0" rIns="0" bIns="0" anchor="t" anchorCtr="0">
              <a:spAutoFit/>
            </a:bodyPr>
            <a:lstStyle/>
            <a:p>
              <a:pPr lvl="0" algn="just"/>
              <a:r>
                <a:rPr lang="en-US" sz="1900" dirty="0">
                  <a:solidFill>
                    <a:schemeClr val="accent1">
                      <a:lumMod val="60000"/>
                      <a:lumOff val="40000"/>
                    </a:schemeClr>
                  </a:solidFill>
                  <a:latin typeface="Calibri" panose="020F0502020204030204" pitchFamily="34" charset="0"/>
                  <a:cs typeface="Calibri" panose="020F0502020204030204" pitchFamily="34" charset="0"/>
                  <a:sym typeface="Calibri"/>
                </a:rPr>
                <a:t>Figure 5. </a:t>
              </a:r>
              <a:r>
                <a:rPr lang="de-DE" sz="1900" dirty="0">
                  <a:solidFill>
                    <a:schemeClr val="accent1">
                      <a:lumMod val="60000"/>
                      <a:lumOff val="40000"/>
                    </a:schemeClr>
                  </a:solidFill>
                  <a:latin typeface="Calibri" panose="020F0502020204030204" pitchFamily="34" charset="0"/>
                  <a:cs typeface="Calibri" panose="020F0502020204030204" pitchFamily="34" charset="0"/>
                </a:rPr>
                <a:t>Classification accuracy under synthetic and real-world noise on CIFAR-10 and CIFAR-100. Compared methods include GCE, SCE, AFL, APL, and ANL-CE.</a:t>
              </a:r>
              <a:endParaRPr sz="1900" dirty="0">
                <a:solidFill>
                  <a:schemeClr val="accent1">
                    <a:lumMod val="60000"/>
                    <a:lumOff val="40000"/>
                  </a:schemeClr>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7" name="Google Shape;182;p20">
                  <a:extLst>
                    <a:ext uri="{FF2B5EF4-FFF2-40B4-BE49-F238E27FC236}">
                      <a16:creationId xmlns:a16="http://schemas.microsoft.com/office/drawing/2014/main" id="{D200B2DA-1F9F-0637-5017-7AE3CF5A8F96}"/>
                    </a:ext>
                  </a:extLst>
                </p:cNvPr>
                <p:cNvSpPr txBox="1"/>
                <p:nvPr/>
              </p:nvSpPr>
              <p:spPr>
                <a:xfrm>
                  <a:off x="31948782" y="9496875"/>
                  <a:ext cx="10040751" cy="584775"/>
                </a:xfrm>
                <a:prstGeom prst="rect">
                  <a:avLst/>
                </a:prstGeom>
                <a:noFill/>
                <a:ln>
                  <a:noFill/>
                </a:ln>
              </p:spPr>
              <p:txBody>
                <a:bodyPr spcFirstLastPara="1" wrap="square" lIns="0" tIns="0" rIns="0" bIns="0" anchor="t" anchorCtr="0">
                  <a:spAutoFit/>
                </a:bodyPr>
                <a:lstStyle/>
                <a:p>
                  <a:pPr algn="just"/>
                  <a:r>
                    <a:rPr lang="en-US" sz="1900" dirty="0">
                      <a:solidFill>
                        <a:schemeClr val="accent1">
                          <a:lumMod val="60000"/>
                          <a:lumOff val="40000"/>
                        </a:schemeClr>
                      </a:solidFill>
                      <a:latin typeface="Calibri" panose="020F0502020204030204" pitchFamily="34" charset="0"/>
                      <a:cs typeface="Calibri" panose="020F0502020204030204" pitchFamily="34" charset="0"/>
                      <a:sym typeface="Calibri"/>
                    </a:rPr>
                    <a:t>Figure 6. Examples from four Mini-WebVision classes. Validation samples are ordered from left to right according to increasing drainage response </a:t>
                  </a:r>
                  <a14:m>
                    <m:oMath xmlns:m="http://schemas.openxmlformats.org/officeDocument/2006/math">
                      <m:sSub>
                        <m:sSubPr>
                          <m:ctrlPr>
                            <a:rPr lang="en-US" sz="1900" i="1">
                              <a:solidFill>
                                <a:schemeClr val="accent1">
                                  <a:lumMod val="60000"/>
                                  <a:lumOff val="40000"/>
                                </a:schemeClr>
                              </a:solidFill>
                              <a:latin typeface="Cambria Math" panose="02040503050406030204" pitchFamily="18" charset="0"/>
                              <a:cs typeface="Calibri" panose="020F0502020204030204" pitchFamily="34" charset="0"/>
                              <a:sym typeface="Calibri"/>
                            </a:rPr>
                          </m:ctrlPr>
                        </m:sSubPr>
                        <m:e>
                          <m:r>
                            <a:rPr lang="en-US" sz="1900">
                              <a:solidFill>
                                <a:schemeClr val="accent1">
                                  <a:lumMod val="60000"/>
                                  <a:lumOff val="40000"/>
                                </a:schemeClr>
                              </a:solidFill>
                              <a:latin typeface="Cambria Math" panose="02040503050406030204" pitchFamily="18" charset="0"/>
                              <a:cs typeface="Calibri" panose="020F0502020204030204" pitchFamily="34" charset="0"/>
                              <a:sym typeface="Calibri"/>
                            </a:rPr>
                            <m:t>𝑝</m:t>
                          </m:r>
                        </m:e>
                        <m:sub>
                          <m:r>
                            <a:rPr lang="en-US" sz="1900">
                              <a:solidFill>
                                <a:schemeClr val="accent1">
                                  <a:lumMod val="60000"/>
                                  <a:lumOff val="40000"/>
                                </a:schemeClr>
                              </a:solidFill>
                              <a:latin typeface="Cambria Math" panose="02040503050406030204" pitchFamily="18" charset="0"/>
                              <a:cs typeface="Calibri" panose="020F0502020204030204" pitchFamily="34" charset="0"/>
                              <a:sym typeface="Calibri"/>
                            </a:rPr>
                            <m:t>𝑑</m:t>
                          </m:r>
                        </m:sub>
                      </m:sSub>
                    </m:oMath>
                  </a14:m>
                  <a:endParaRPr lang="en-US" sz="1900" dirty="0">
                    <a:solidFill>
                      <a:schemeClr val="accent1">
                        <a:lumMod val="60000"/>
                        <a:lumOff val="40000"/>
                      </a:schemeClr>
                    </a:solidFill>
                    <a:latin typeface="Calibri" panose="020F0502020204030204" pitchFamily="34" charset="0"/>
                    <a:cs typeface="Calibri" panose="020F0502020204030204" pitchFamily="34" charset="0"/>
                    <a:sym typeface="Calibri"/>
                  </a:endParaRPr>
                </a:p>
              </p:txBody>
            </p:sp>
          </mc:Choice>
          <mc:Fallback xmlns="">
            <p:sp>
              <p:nvSpPr>
                <p:cNvPr id="7" name="Google Shape;182;p20">
                  <a:extLst>
                    <a:ext uri="{FF2B5EF4-FFF2-40B4-BE49-F238E27FC236}">
                      <a16:creationId xmlns:a16="http://schemas.microsoft.com/office/drawing/2014/main" id="{D200B2DA-1F9F-0637-5017-7AE3CF5A8F96}"/>
                    </a:ext>
                  </a:extLst>
                </p:cNvPr>
                <p:cNvSpPr txBox="1">
                  <a:spLocks noRot="1" noChangeAspect="1" noMove="1" noResize="1" noEditPoints="1" noAdjustHandles="1" noChangeArrowheads="1" noChangeShapeType="1" noTextEdit="1"/>
                </p:cNvSpPr>
                <p:nvPr/>
              </p:nvSpPr>
              <p:spPr>
                <a:xfrm>
                  <a:off x="31948782" y="9496875"/>
                  <a:ext cx="10040751" cy="584775"/>
                </a:xfrm>
                <a:prstGeom prst="rect">
                  <a:avLst/>
                </a:prstGeom>
                <a:blipFill>
                  <a:blip r:embed="rId21"/>
                  <a:stretch>
                    <a:fillRect l="-1518" t="-13542" r="-1457" b="-25000"/>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Google Shape;182;p20">
                  <a:extLst>
                    <a:ext uri="{FF2B5EF4-FFF2-40B4-BE49-F238E27FC236}">
                      <a16:creationId xmlns:a16="http://schemas.microsoft.com/office/drawing/2014/main" id="{3443E174-D63A-8C63-9798-632874F68226}"/>
                    </a:ext>
                  </a:extLst>
                </p:cNvPr>
                <p:cNvSpPr txBox="1"/>
                <p:nvPr/>
              </p:nvSpPr>
              <p:spPr>
                <a:xfrm>
                  <a:off x="38056910" y="13350623"/>
                  <a:ext cx="3960928" cy="1754326"/>
                </a:xfrm>
                <a:prstGeom prst="rect">
                  <a:avLst/>
                </a:prstGeom>
                <a:noFill/>
                <a:ln>
                  <a:noFill/>
                </a:ln>
              </p:spPr>
              <p:txBody>
                <a:bodyPr spcFirstLastPara="1" wrap="square" lIns="0" tIns="0" rIns="0" bIns="0" anchor="t" anchorCtr="0">
                  <a:spAutoFit/>
                </a:bodyPr>
                <a:lstStyle/>
                <a:p>
                  <a:pPr lvl="0" algn="just"/>
                  <a:r>
                    <a:rPr lang="en-US" sz="1900" dirty="0">
                      <a:solidFill>
                        <a:schemeClr val="accent1">
                          <a:lumMod val="60000"/>
                          <a:lumOff val="40000"/>
                        </a:schemeClr>
                      </a:solidFill>
                      <a:latin typeface="Calibri" panose="020F0502020204030204" pitchFamily="34" charset="0"/>
                      <a:cs typeface="Calibri" panose="020F0502020204030204" pitchFamily="34" charset="0"/>
                      <a:sym typeface="Calibri"/>
                    </a:rPr>
                    <a:t>Figure 7. We report the ROC AUC metric for each dataset, model and scoring rule. For the drainage approach, we use </a:t>
                  </a:r>
                  <a14:m>
                    <m:oMath xmlns:m="http://schemas.openxmlformats.org/officeDocument/2006/math">
                      <m:sSub>
                        <m:sSubPr>
                          <m:ctrlPr>
                            <a:rPr lang="ar-AE" sz="1900" i="1">
                              <a:solidFill>
                                <a:schemeClr val="accent1">
                                  <a:lumMod val="60000"/>
                                  <a:lumOff val="40000"/>
                                </a:schemeClr>
                              </a:solidFill>
                              <a:latin typeface="Cambria Math" panose="02040503050406030204" pitchFamily="18" charset="0"/>
                              <a:cs typeface="Calibri" panose="020F0502020204030204" pitchFamily="34" charset="0"/>
                              <a:sym typeface="Calibri"/>
                            </a:rPr>
                          </m:ctrlPr>
                        </m:sSubPr>
                        <m:e>
                          <m:r>
                            <a:rPr lang="ar-AE" sz="1900">
                              <a:solidFill>
                                <a:schemeClr val="accent1">
                                  <a:lumMod val="60000"/>
                                  <a:lumOff val="40000"/>
                                </a:schemeClr>
                              </a:solidFill>
                              <a:latin typeface="Cambria Math" panose="02040503050406030204" pitchFamily="18" charset="0"/>
                              <a:cs typeface="Calibri" panose="020F0502020204030204" pitchFamily="34" charset="0"/>
                              <a:sym typeface="Calibri"/>
                            </a:rPr>
                            <m:t>𝒛</m:t>
                          </m:r>
                        </m:e>
                        <m:sub>
                          <m:r>
                            <a:rPr lang="ar-AE" sz="1900">
                              <a:solidFill>
                                <a:schemeClr val="accent1">
                                  <a:lumMod val="60000"/>
                                  <a:lumOff val="40000"/>
                                </a:schemeClr>
                              </a:solidFill>
                              <a:latin typeface="Cambria Math" panose="02040503050406030204" pitchFamily="18" charset="0"/>
                              <a:cs typeface="Calibri" panose="020F0502020204030204" pitchFamily="34" charset="0"/>
                              <a:sym typeface="Calibri"/>
                            </a:rPr>
                            <m:t>𝒅</m:t>
                          </m:r>
                        </m:sub>
                      </m:sSub>
                      <m:r>
                        <a:rPr lang="ar-AE" sz="1900">
                          <a:solidFill>
                            <a:schemeClr val="accent1">
                              <a:lumMod val="60000"/>
                              <a:lumOff val="40000"/>
                            </a:schemeClr>
                          </a:solidFill>
                          <a:latin typeface="Cambria Math" panose="02040503050406030204" pitchFamily="18" charset="0"/>
                          <a:cs typeface="Calibri" panose="020F0502020204030204" pitchFamily="34" charset="0"/>
                          <a:sym typeface="Calibri"/>
                        </a:rPr>
                        <m:t>=</m:t>
                      </m:r>
                      <m:r>
                        <a:rPr lang="ar-AE" sz="1900">
                          <a:solidFill>
                            <a:schemeClr val="accent1">
                              <a:lumMod val="60000"/>
                              <a:lumOff val="40000"/>
                            </a:schemeClr>
                          </a:solidFill>
                          <a:latin typeface="Cambria Math" panose="02040503050406030204" pitchFamily="18" charset="0"/>
                          <a:cs typeface="Calibri" panose="020F0502020204030204" pitchFamily="34" charset="0"/>
                          <a:sym typeface="Calibri"/>
                        </a:rPr>
                        <m:t>𝒄𝒔𝒕</m:t>
                      </m:r>
                      <m:r>
                        <a:rPr lang="ar-AE" sz="1900">
                          <a:solidFill>
                            <a:schemeClr val="accent1">
                              <a:lumMod val="60000"/>
                              <a:lumOff val="40000"/>
                            </a:schemeClr>
                          </a:solidFill>
                          <a:latin typeface="Cambria Math" panose="02040503050406030204" pitchFamily="18" charset="0"/>
                          <a:cs typeface="Calibri" panose="020F0502020204030204" pitchFamily="34" charset="0"/>
                          <a:sym typeface="Calibri"/>
                        </a:rPr>
                        <m:t>.</m:t>
                      </m:r>
                    </m:oMath>
                  </a14:m>
                  <a:r>
                    <a:rPr lang="ar-AE" sz="1900" dirty="0">
                      <a:solidFill>
                        <a:schemeClr val="accent1">
                          <a:lumMod val="60000"/>
                          <a:lumOff val="40000"/>
                        </a:schemeClr>
                      </a:solidFill>
                      <a:latin typeface="Calibri" panose="020F0502020204030204" pitchFamily="34" charset="0"/>
                      <a:cs typeface="Calibri" panose="020F0502020204030204" pitchFamily="34" charset="0"/>
                      <a:sym typeface="Calibri"/>
                    </a:rPr>
                    <a:t> </a:t>
                  </a:r>
                  <a:r>
                    <a:rPr lang="en-US" sz="1900" dirty="0">
                      <a:solidFill>
                        <a:schemeClr val="accent1">
                          <a:lumMod val="60000"/>
                          <a:lumOff val="40000"/>
                        </a:schemeClr>
                      </a:solidFill>
                      <a:latin typeface="Calibri" panose="020F0502020204030204" pitchFamily="34" charset="0"/>
                      <a:cs typeface="Calibri" panose="020F0502020204030204" pitchFamily="34" charset="0"/>
                      <a:sym typeface="Calibri"/>
                    </a:rPr>
                    <a:t>We show the average over 5 different class splits with 4 classes randomly removed from training set.</a:t>
                  </a:r>
                  <a:endParaRPr lang="en-US" sz="1900" dirty="0">
                    <a:solidFill>
                      <a:schemeClr val="accent1">
                        <a:lumMod val="60000"/>
                        <a:lumOff val="40000"/>
                      </a:schemeClr>
                    </a:solidFill>
                    <a:latin typeface="Calibri" panose="020F0502020204030204" pitchFamily="34" charset="0"/>
                    <a:cs typeface="Calibri" panose="020F0502020204030204" pitchFamily="34" charset="0"/>
                  </a:endParaRPr>
                </a:p>
              </p:txBody>
            </p:sp>
          </mc:Choice>
          <mc:Fallback xmlns="">
            <p:sp>
              <p:nvSpPr>
                <p:cNvPr id="9" name="Google Shape;182;p20">
                  <a:extLst>
                    <a:ext uri="{FF2B5EF4-FFF2-40B4-BE49-F238E27FC236}">
                      <a16:creationId xmlns:a16="http://schemas.microsoft.com/office/drawing/2014/main" id="{3443E174-D63A-8C63-9798-632874F68226}"/>
                    </a:ext>
                  </a:extLst>
                </p:cNvPr>
                <p:cNvSpPr txBox="1">
                  <a:spLocks noRot="1" noChangeAspect="1" noMove="1" noResize="1" noEditPoints="1" noAdjustHandles="1" noChangeArrowheads="1" noChangeShapeType="1" noTextEdit="1"/>
                </p:cNvSpPr>
                <p:nvPr/>
              </p:nvSpPr>
              <p:spPr>
                <a:xfrm>
                  <a:off x="38056910" y="13350623"/>
                  <a:ext cx="3960928" cy="1754326"/>
                </a:xfrm>
                <a:prstGeom prst="rect">
                  <a:avLst/>
                </a:prstGeom>
                <a:blipFill>
                  <a:blip r:embed="rId22"/>
                  <a:stretch>
                    <a:fillRect l="-3846" t="-4167" r="-3692" b="-7986"/>
                  </a:stretch>
                </a:blipFill>
                <a:ln>
                  <a:noFill/>
                </a:ln>
              </p:spPr>
              <p:txBody>
                <a:bodyPr/>
                <a:lstStyle/>
                <a:p>
                  <a:r>
                    <a:rPr lang="en-GB">
                      <a:noFill/>
                    </a:rPr>
                    <a:t> </a:t>
                  </a:r>
                </a:p>
              </p:txBody>
            </p:sp>
          </mc:Fallback>
        </mc:AlternateContent>
        <p:sp>
          <p:nvSpPr>
            <p:cNvPr id="10" name="TextBox 9">
              <a:extLst>
                <a:ext uri="{FF2B5EF4-FFF2-40B4-BE49-F238E27FC236}">
                  <a16:creationId xmlns:a16="http://schemas.microsoft.com/office/drawing/2014/main" id="{719C189B-BEB9-44E4-9553-828339BA7787}"/>
                </a:ext>
              </a:extLst>
            </p:cNvPr>
            <p:cNvSpPr txBox="1"/>
            <p:nvPr/>
          </p:nvSpPr>
          <p:spPr>
            <a:xfrm>
              <a:off x="31948782" y="4586753"/>
              <a:ext cx="6722718" cy="400110"/>
            </a:xfrm>
            <a:prstGeom prst="rect">
              <a:avLst/>
            </a:prstGeom>
            <a:noFill/>
          </p:spPr>
          <p:txBody>
            <a:bodyPr wrap="square" lIns="0" tIns="0" rIns="0" bIns="0" rtlCol="0">
              <a:spAutoFit/>
            </a:bodyPr>
            <a:lstStyle/>
            <a:p>
              <a:r>
                <a:rPr lang="en-US" sz="2600" dirty="0">
                  <a:solidFill>
                    <a:schemeClr val="bg2"/>
                  </a:solidFill>
                  <a:latin typeface="Calibri" panose="020F0502020204030204" pitchFamily="34" charset="0"/>
                  <a:cs typeface="Calibri" panose="020F0502020204030204" pitchFamily="34" charset="0"/>
                </a:rPr>
                <a:t>C.2. Qualitative Evaluation of the Drainage Node</a:t>
              </a:r>
              <a:endParaRPr lang="de-DE" sz="2600" dirty="0">
                <a:solidFill>
                  <a:schemeClr val="bg2"/>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13E90B40-C876-ECBC-8589-7B900719D5D6}"/>
                </a:ext>
              </a:extLst>
            </p:cNvPr>
            <p:cNvSpPr txBox="1"/>
            <p:nvPr/>
          </p:nvSpPr>
          <p:spPr>
            <a:xfrm>
              <a:off x="22824000" y="6485896"/>
              <a:ext cx="5217251" cy="400110"/>
            </a:xfrm>
            <a:prstGeom prst="rect">
              <a:avLst/>
            </a:prstGeom>
            <a:noFill/>
          </p:spPr>
          <p:txBody>
            <a:bodyPr wrap="square" lIns="0" tIns="0" rIns="0" bIns="0" rtlCol="0">
              <a:spAutoFit/>
            </a:bodyPr>
            <a:lstStyle/>
            <a:p>
              <a:r>
                <a:rPr lang="en-US" sz="2600" dirty="0">
                  <a:solidFill>
                    <a:schemeClr val="bg2"/>
                  </a:solidFill>
                  <a:latin typeface="Calibri" panose="020F0502020204030204" pitchFamily="34" charset="0"/>
                  <a:cs typeface="Calibri" panose="020F0502020204030204" pitchFamily="34" charset="0"/>
                </a:rPr>
                <a:t>C.1. Robustness to Noise</a:t>
              </a:r>
              <a:endParaRPr lang="de-DE" sz="2600" dirty="0">
                <a:solidFill>
                  <a:schemeClr val="bg2"/>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20427384-AE2E-A9E0-9F02-BCE074B5AF78}"/>
                </a:ext>
              </a:extLst>
            </p:cNvPr>
            <p:cNvSpPr txBox="1"/>
            <p:nvPr/>
          </p:nvSpPr>
          <p:spPr>
            <a:xfrm>
              <a:off x="22824000" y="4563354"/>
              <a:ext cx="5217251" cy="492443"/>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a:defRPr sz="3200" b="1">
                  <a:solidFill>
                    <a:schemeClr val="accent1"/>
                  </a:solidFill>
                  <a:latin typeface="Calibri" panose="020F0502020204030204" pitchFamily="34" charset="0"/>
                  <a:cs typeface="Calibri" panose="020F0502020204030204" pitchFamily="34" charset="0"/>
                </a:defRPr>
              </a:lvl1pPr>
            </a:lstStyle>
            <a:p>
              <a:r>
                <a:rPr lang="en-US" dirty="0"/>
                <a:t>C. Experiments</a:t>
              </a:r>
              <a:endParaRPr lang="de-DE" dirty="0"/>
            </a:p>
          </p:txBody>
        </p:sp>
        <p:sp>
          <p:nvSpPr>
            <p:cNvPr id="18" name="TextBox 17">
              <a:extLst>
                <a:ext uri="{FF2B5EF4-FFF2-40B4-BE49-F238E27FC236}">
                  <a16:creationId xmlns:a16="http://schemas.microsoft.com/office/drawing/2014/main" id="{1183C8B8-948C-8A74-BAE8-6F271F8D5615}"/>
                </a:ext>
              </a:extLst>
            </p:cNvPr>
            <p:cNvSpPr txBox="1"/>
            <p:nvPr/>
          </p:nvSpPr>
          <p:spPr>
            <a:xfrm>
              <a:off x="22824001" y="5185370"/>
              <a:ext cx="8574510" cy="1015663"/>
            </a:xfrm>
            <a:prstGeom prst="rect">
              <a:avLst/>
            </a:prstGeom>
            <a:noFill/>
          </p:spPr>
          <p:txBody>
            <a:bodyPr wrap="square" lIns="0" tIns="0" rIns="0" bIns="0" rtlCol="0">
              <a:spAutoFit/>
            </a:bodyPr>
            <a:lstStyle/>
            <a:p>
              <a:pPr algn="just"/>
              <a:r>
                <a:rPr lang="en-US" sz="2200" dirty="0">
                  <a:latin typeface="Calibri" panose="020F0502020204030204" pitchFamily="34" charset="0"/>
                  <a:cs typeface="Calibri" panose="020F0502020204030204" pitchFamily="34" charset="0"/>
                </a:rPr>
                <a:t>We evaluate our drainage framework on two challenging settings: label noise and out-of-distribution detection. For label noise, we consider both synthetic noise and real-world noise on large-scale datasets.</a:t>
              </a:r>
            </a:p>
          </p:txBody>
        </p:sp>
        <p:sp>
          <p:nvSpPr>
            <p:cNvPr id="20" name="TextBox 19">
              <a:extLst>
                <a:ext uri="{FF2B5EF4-FFF2-40B4-BE49-F238E27FC236}">
                  <a16:creationId xmlns:a16="http://schemas.microsoft.com/office/drawing/2014/main" id="{ED182F10-9882-B7C0-EED0-550B8A9012E6}"/>
                </a:ext>
              </a:extLst>
            </p:cNvPr>
            <p:cNvSpPr txBox="1"/>
            <p:nvPr/>
          </p:nvSpPr>
          <p:spPr>
            <a:xfrm>
              <a:off x="31948782" y="10532426"/>
              <a:ext cx="5217251" cy="400110"/>
            </a:xfrm>
            <a:prstGeom prst="rect">
              <a:avLst/>
            </a:prstGeom>
            <a:noFill/>
          </p:spPr>
          <p:txBody>
            <a:bodyPr wrap="square" lIns="0" tIns="0" rIns="0" bIns="0" rtlCol="0">
              <a:spAutoFit/>
            </a:bodyPr>
            <a:lstStyle/>
            <a:p>
              <a:r>
                <a:rPr lang="en-US" sz="2600" dirty="0">
                  <a:solidFill>
                    <a:schemeClr val="bg2"/>
                  </a:solidFill>
                  <a:latin typeface="Calibri" panose="020F0502020204030204" pitchFamily="34" charset="0"/>
                  <a:cs typeface="Calibri" panose="020F0502020204030204" pitchFamily="34" charset="0"/>
                </a:rPr>
                <a:t>C.3. Out of Distribution Detection</a:t>
              </a:r>
              <a:endParaRPr lang="de-DE" sz="2600" dirty="0">
                <a:solidFill>
                  <a:schemeClr val="bg2"/>
                </a:solidFill>
                <a:latin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D49DDD20-EC0C-8A2F-8D53-044FCCA931A3}"/>
                </a:ext>
              </a:extLst>
            </p:cNvPr>
            <p:cNvSpPr txBox="1"/>
            <p:nvPr/>
          </p:nvSpPr>
          <p:spPr>
            <a:xfrm>
              <a:off x="22824000" y="18438849"/>
              <a:ext cx="19193838" cy="1015663"/>
            </a:xfrm>
            <a:prstGeom prst="rect">
              <a:avLst/>
            </a:prstGeom>
            <a:noFill/>
          </p:spPr>
          <p:txBody>
            <a:bodyPr wrap="square" lIns="0" tIns="0" rIns="0" bIns="0" rtlCol="0">
              <a:spAutoFit/>
            </a:bodyPr>
            <a:lstStyle/>
            <a:p>
              <a:pPr algn="just"/>
              <a:r>
                <a:rPr lang="en-US" sz="2200" dirty="0">
                  <a:latin typeface="Calibri" panose="020F0502020204030204" pitchFamily="34" charset="0"/>
                  <a:cs typeface="Calibri" panose="020F0502020204030204" pitchFamily="34" charset="0"/>
                </a:rPr>
                <a:t>We introduced Drainage, a simple and general framework for uncertainty-aware learning that separates class predictions from model uncertainty through an explicit drainage node. Across synthetic and real-world label noise settings, Drainage consistently improves robustness and learns cleaner class boundaries under severe ambiguity. Beyond noisy-label learning, the framework also benefits related tasks such as open-set.</a:t>
              </a:r>
            </a:p>
          </p:txBody>
        </p:sp>
        <p:sp>
          <p:nvSpPr>
            <p:cNvPr id="162" name="Google Shape;172;p20">
              <a:extLst>
                <a:ext uri="{FF2B5EF4-FFF2-40B4-BE49-F238E27FC236}">
                  <a16:creationId xmlns:a16="http://schemas.microsoft.com/office/drawing/2014/main" id="{CE95DF65-246E-6872-C511-7050A8AB3D85}"/>
                </a:ext>
              </a:extLst>
            </p:cNvPr>
            <p:cNvSpPr/>
            <p:nvPr/>
          </p:nvSpPr>
          <p:spPr>
            <a:xfrm>
              <a:off x="22257630" y="3241207"/>
              <a:ext cx="20511850" cy="900000"/>
            </a:xfrm>
            <a:prstGeom prst="rect">
              <a:avLst/>
            </a:prstGeom>
            <a:solidFill>
              <a:schemeClr val="accent1"/>
            </a:solidFill>
            <a:ln w="12700"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3200" b="1" dirty="0">
                  <a:solidFill>
                    <a:schemeClr val="bg1"/>
                  </a:solidFill>
                  <a:latin typeface="Calibri" panose="020F0502020204030204" pitchFamily="34" charset="0"/>
                  <a:ea typeface="Calibri" panose="020F0502020204030204" pitchFamily="34" charset="0"/>
                  <a:cs typeface="Calibri" panose="020F0502020204030204" pitchFamily="34" charset="0"/>
                  <a:sym typeface="Roboto Light"/>
                </a:rPr>
                <a:t>Results</a:t>
              </a:r>
              <a:endParaRPr sz="3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21" name="Google Shape;172;p20">
              <a:extLst>
                <a:ext uri="{FF2B5EF4-FFF2-40B4-BE49-F238E27FC236}">
                  <a16:creationId xmlns:a16="http://schemas.microsoft.com/office/drawing/2014/main" id="{38CF1B8A-842E-FB87-DDE5-F36284043232}"/>
                </a:ext>
              </a:extLst>
            </p:cNvPr>
            <p:cNvSpPr/>
            <p:nvPr/>
          </p:nvSpPr>
          <p:spPr>
            <a:xfrm>
              <a:off x="22257628" y="17325409"/>
              <a:ext cx="20511851" cy="900000"/>
            </a:xfrm>
            <a:prstGeom prst="rect">
              <a:avLst/>
            </a:prstGeom>
            <a:solidFill>
              <a:schemeClr val="accent1"/>
            </a:solidFill>
            <a:ln w="12700"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3200" b="1" dirty="0">
                  <a:solidFill>
                    <a:schemeClr val="bg1"/>
                  </a:solidFill>
                  <a:latin typeface="Calibri" panose="020F0502020204030204" pitchFamily="34" charset="0"/>
                  <a:ea typeface="Calibri" panose="020F0502020204030204" pitchFamily="34" charset="0"/>
                  <a:cs typeface="Calibri" panose="020F0502020204030204" pitchFamily="34" charset="0"/>
                  <a:sym typeface="Roboto Light"/>
                </a:rPr>
                <a:t>Conclusion</a:t>
              </a:r>
              <a:endParaRPr sz="3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24" name="TextBox 223">
              <a:extLst>
                <a:ext uri="{FF2B5EF4-FFF2-40B4-BE49-F238E27FC236}">
                  <a16:creationId xmlns:a16="http://schemas.microsoft.com/office/drawing/2014/main" id="{9E76AA6B-B015-40C9-63B7-D2B7AF7C2A84}"/>
                </a:ext>
              </a:extLst>
            </p:cNvPr>
            <p:cNvSpPr txBox="1"/>
            <p:nvPr/>
          </p:nvSpPr>
          <p:spPr>
            <a:xfrm>
              <a:off x="22824001" y="14154755"/>
              <a:ext cx="8574510" cy="2462213"/>
            </a:xfrm>
            <a:prstGeom prst="rect">
              <a:avLst/>
            </a:prstGeom>
            <a:noFill/>
          </p:spPr>
          <p:txBody>
            <a:bodyPr wrap="square" lIns="0" tIns="0" rIns="0" bIns="0" rtlCol="0">
              <a:spAutoFit/>
            </a:bodyPr>
            <a:lstStyle/>
            <a:p>
              <a:pPr algn="just"/>
              <a:r>
                <a:rPr lang="en-US" sz="2200" u="sng" dirty="0">
                  <a:solidFill>
                    <a:schemeClr val="tx1"/>
                  </a:solidFill>
                  <a:latin typeface="Calibri" panose="020F0502020204030204" pitchFamily="34" charset="0"/>
                  <a:cs typeface="Calibri" panose="020F0502020204030204" pitchFamily="34" charset="0"/>
                </a:rPr>
                <a:t>Synthetic noise:</a:t>
              </a:r>
              <a:r>
                <a:rPr lang="en-US" sz="2200" dirty="0">
                  <a:solidFill>
                    <a:schemeClr val="tx1"/>
                  </a:solidFill>
                  <a:latin typeface="Calibri" panose="020F0502020204030204" pitchFamily="34" charset="0"/>
                  <a:cs typeface="Calibri" panose="020F0502020204030204" pitchFamily="34" charset="0"/>
                </a:rPr>
                <a:t>  Drainage maintains accuracy where all baselines degrade sharply, with the largest gains at high noise rates (asymmetric 0.45: +4.3 pp on CIFAR-10, +10.0 pp on CIFAR-100 vs. best baseline).</a:t>
              </a:r>
            </a:p>
            <a:p>
              <a:pPr marL="342900" indent="-342900" algn="just">
                <a:buFont typeface="Wingdings" panose="05000000000000000000" pitchFamily="2" charset="2"/>
                <a:buChar char="Ø"/>
              </a:pPr>
              <a:endPar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en-US" sz="2200" u="sng" dirty="0">
                  <a:solidFill>
                    <a:schemeClr val="tx1"/>
                  </a:solidFill>
                  <a:latin typeface="Calibri" panose="020F0502020204030204" pitchFamily="34" charset="0"/>
                  <a:cs typeface="Calibri" panose="020F0502020204030204" pitchFamily="34" charset="0"/>
                </a:rPr>
                <a:t>Real-world noise</a:t>
              </a:r>
              <a:r>
                <a:rPr lang="en-US" sz="2200" dirty="0">
                  <a:solidFill>
                    <a:schemeClr val="tx1"/>
                  </a:solidFill>
                  <a:latin typeface="Calibri" panose="020F0502020204030204" pitchFamily="34" charset="0"/>
                  <a:cs typeface="Calibri" panose="020F0502020204030204" pitchFamily="34" charset="0"/>
                </a:rPr>
                <a:t>: Drainage achieves state-of-the-art accuracy on real-world noisy benchmarks, demonstrating that the drain mechanism generalizes beyond controlled synthetic settings.</a:t>
              </a:r>
              <a:endParaRPr lang="de-DE" sz="2200" dirty="0">
                <a:solidFill>
                  <a:schemeClr val="tx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D02EF0B7-4964-2DA6-3ABE-E598A5E48357}"/>
                    </a:ext>
                  </a:extLst>
                </p:cNvPr>
                <p:cNvSpPr txBox="1"/>
                <p:nvPr/>
              </p:nvSpPr>
              <p:spPr>
                <a:xfrm>
                  <a:off x="31948782" y="11007833"/>
                  <a:ext cx="10069056" cy="2031325"/>
                </a:xfrm>
                <a:prstGeom prst="rect">
                  <a:avLst/>
                </a:prstGeom>
                <a:noFill/>
              </p:spPr>
              <p:txBody>
                <a:bodyPr wrap="square" lIns="0" tIns="0" rIns="0" bIns="0" rtlCol="0">
                  <a:spAutoFit/>
                </a:bodyPr>
                <a:lstStyle/>
                <a:p>
                  <a:pPr algn="just"/>
                  <a:r>
                    <a:rPr lang="de-DE" sz="2200" u="sng" dirty="0">
                      <a:solidFill>
                        <a:schemeClr val="tx1"/>
                      </a:solidFill>
                      <a:latin typeface="Calibri" panose="020F0502020204030204" pitchFamily="34" charset="0"/>
                      <a:cs typeface="Calibri" panose="020F0502020204030204" pitchFamily="34" charset="0"/>
                    </a:rPr>
                    <a:t>Setup:</a:t>
                  </a:r>
                  <a:r>
                    <a:rPr lang="de-DE" sz="2200" dirty="0">
                      <a:solidFill>
                        <a:schemeClr val="tx1"/>
                      </a:solidFill>
                      <a:latin typeface="Calibri" panose="020F0502020204030204" pitchFamily="34" charset="0"/>
                      <a:cs typeface="Calibri" panose="020F0502020204030204" pitchFamily="34" charset="0"/>
                    </a:rPr>
                    <a:t> Four classes withheld at training time; the model must flag them as unknown at test. Drainage is adapted by fixing </a:t>
                  </a:r>
                  <a:r>
                    <a:rPr lang="ar-AE" sz="2200" dirty="0">
                      <a:solidFill>
                        <a:schemeClr val="tx1"/>
                      </a:solidFill>
                      <a:latin typeface="Calibri" panose="020F0502020204030204" pitchFamily="34" charset="0"/>
                      <a:cs typeface="Calibri" panose="020F0502020204030204" pitchFamily="34" charset="0"/>
                      <a:sym typeface="Calibri"/>
                    </a:rPr>
                    <a:t> </a:t>
                  </a:r>
                  <a14:m>
                    <m:oMath xmlns:m="http://schemas.openxmlformats.org/officeDocument/2006/math">
                      <m:sSub>
                        <m:sSubPr>
                          <m:ctrlPr>
                            <a:rPr lang="ar-AE" sz="2200" i="1">
                              <a:solidFill>
                                <a:schemeClr val="tx1"/>
                              </a:solidFill>
                              <a:latin typeface="Cambria Math" panose="02040503050406030204" pitchFamily="18" charset="0"/>
                              <a:cs typeface="Calibri" panose="020F0502020204030204" pitchFamily="34" charset="0"/>
                              <a:sym typeface="Calibri"/>
                            </a:rPr>
                          </m:ctrlPr>
                        </m:sSubPr>
                        <m:e>
                          <m:r>
                            <a:rPr lang="ar-AE" sz="2200">
                              <a:solidFill>
                                <a:schemeClr val="tx1"/>
                              </a:solidFill>
                              <a:latin typeface="Cambria Math" panose="02040503050406030204" pitchFamily="18" charset="0"/>
                              <a:cs typeface="Calibri" panose="020F0502020204030204" pitchFamily="34" charset="0"/>
                              <a:sym typeface="Calibri"/>
                            </a:rPr>
                            <m:t>𝒛</m:t>
                          </m:r>
                        </m:e>
                        <m:sub>
                          <m:r>
                            <a:rPr lang="ar-AE" sz="2200">
                              <a:solidFill>
                                <a:schemeClr val="tx1"/>
                              </a:solidFill>
                              <a:latin typeface="Cambria Math" panose="02040503050406030204" pitchFamily="18" charset="0"/>
                              <a:cs typeface="Calibri" panose="020F0502020204030204" pitchFamily="34" charset="0"/>
                              <a:sym typeface="Calibri"/>
                            </a:rPr>
                            <m:t>𝒅</m:t>
                          </m:r>
                        </m:sub>
                      </m:sSub>
                      <m:r>
                        <a:rPr lang="ar-AE" sz="2200">
                          <a:solidFill>
                            <a:schemeClr val="tx1"/>
                          </a:solidFill>
                          <a:latin typeface="Cambria Math" panose="02040503050406030204" pitchFamily="18" charset="0"/>
                          <a:cs typeface="Calibri" panose="020F0502020204030204" pitchFamily="34" charset="0"/>
                          <a:sym typeface="Calibri"/>
                        </a:rPr>
                        <m:t>=</m:t>
                      </m:r>
                      <m:r>
                        <a:rPr lang="ar-AE" sz="2200">
                          <a:solidFill>
                            <a:schemeClr val="tx1"/>
                          </a:solidFill>
                          <a:latin typeface="Cambria Math" panose="02040503050406030204" pitchFamily="18" charset="0"/>
                          <a:cs typeface="Calibri" panose="020F0502020204030204" pitchFamily="34" charset="0"/>
                          <a:sym typeface="Calibri"/>
                        </a:rPr>
                        <m:t>𝒄𝒔𝒕</m:t>
                      </m:r>
                    </m:oMath>
                  </a14:m>
                  <a:r>
                    <a:rPr lang="de-DE" sz="2200" dirty="0">
                      <a:solidFill>
                        <a:schemeClr val="tx1"/>
                      </a:solidFill>
                      <a:latin typeface="Calibri" panose="020F0502020204030204" pitchFamily="34" charset="0"/>
                      <a:cs typeface="Calibri" panose="020F0502020204030204" pitchFamily="34" charset="0"/>
                    </a:rPr>
                    <a:t>, so the drain collects samples with no strong class response (no architectural changes needed).</a:t>
                  </a:r>
                </a:p>
                <a:p>
                  <a:pPr algn="just"/>
                  <a:endPar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de-DE" sz="2200" u="sng" dirty="0">
                      <a:solidFill>
                        <a:schemeClr val="tx1"/>
                      </a:solidFill>
                      <a:latin typeface="Calibri" panose="020F0502020204030204" pitchFamily="34" charset="0"/>
                      <a:cs typeface="Calibri" panose="020F0502020204030204" pitchFamily="34" charset="0"/>
                    </a:rPr>
                    <a:t>Finding:</a:t>
                  </a:r>
                  <a:r>
                    <a:rPr lang="de-DE" sz="2200" dirty="0">
                      <a:solidFill>
                        <a:schemeClr val="tx1"/>
                      </a:solidFill>
                      <a:latin typeface="Calibri" panose="020F0502020204030204" pitchFamily="34" charset="0"/>
                      <a:cs typeface="Calibri" panose="020F0502020204030204" pitchFamily="34" charset="0"/>
                    </a:rPr>
                    <a:t> Drainage outperforms cross-entropy on every split (+5.1 pp on CIFAR-10, +1.3 pp on SVHN), with </a:t>
                  </a:r>
                  <a14:m>
                    <m:oMath xmlns:m="http://schemas.openxmlformats.org/officeDocument/2006/math">
                      <m:sSub>
                        <m:sSubPr>
                          <m:ctrlPr>
                            <a:rPr lang="ar-AE" sz="2200" i="1">
                              <a:solidFill>
                                <a:schemeClr val="tx1"/>
                              </a:solidFill>
                              <a:latin typeface="Cambria Math" panose="02040503050406030204" pitchFamily="18" charset="0"/>
                              <a:cs typeface="Calibri" panose="020F0502020204030204" pitchFamily="34" charset="0"/>
                            </a:rPr>
                          </m:ctrlPr>
                        </m:sSubPr>
                        <m:e>
                          <m:r>
                            <a:rPr lang="ar-AE" sz="2200">
                              <a:solidFill>
                                <a:schemeClr val="tx1"/>
                              </a:solidFill>
                              <a:latin typeface="Cambria Math" panose="02040503050406030204" pitchFamily="18" charset="0"/>
                              <a:cs typeface="Calibri" panose="020F0502020204030204" pitchFamily="34" charset="0"/>
                            </a:rPr>
                            <m:t>𝑝</m:t>
                          </m:r>
                        </m:e>
                        <m:sub>
                          <m:r>
                            <a:rPr lang="ar-AE" sz="2200">
                              <a:solidFill>
                                <a:schemeClr val="tx1"/>
                              </a:solidFill>
                              <a:latin typeface="Cambria Math" panose="02040503050406030204" pitchFamily="18" charset="0"/>
                              <a:cs typeface="Calibri" panose="020F0502020204030204" pitchFamily="34" charset="0"/>
                            </a:rPr>
                            <m:t>𝑑</m:t>
                          </m:r>
                        </m:sub>
                      </m:sSub>
                    </m:oMath>
                  </a14:m>
                  <a:r>
                    <a:rPr lang="ar-AE" sz="2200" dirty="0">
                      <a:solidFill>
                        <a:schemeClr val="tx1"/>
                      </a:solidFill>
                      <a:latin typeface="Calibri" panose="020F0502020204030204" pitchFamily="34" charset="0"/>
                      <a:cs typeface="Calibri" panose="020F0502020204030204" pitchFamily="34" charset="0"/>
                    </a:rPr>
                    <a:t> </a:t>
                  </a:r>
                  <a:r>
                    <a:rPr lang="de-DE" sz="2200" dirty="0">
                      <a:solidFill>
                        <a:schemeClr val="tx1"/>
                      </a:solidFill>
                      <a:latin typeface="Calibri" panose="020F0502020204030204" pitchFamily="34" charset="0"/>
                      <a:cs typeface="Calibri" panose="020F0502020204030204" pitchFamily="34" charset="0"/>
                    </a:rPr>
                    <a:t>as the scoring rule edging out even the improved MSP variant.</a:t>
                  </a:r>
                </a:p>
              </p:txBody>
            </p:sp>
          </mc:Choice>
          <mc:Fallback xmlns="">
            <p:sp>
              <p:nvSpPr>
                <p:cNvPr id="225" name="TextBox 224">
                  <a:extLst>
                    <a:ext uri="{FF2B5EF4-FFF2-40B4-BE49-F238E27FC236}">
                      <a16:creationId xmlns:a16="http://schemas.microsoft.com/office/drawing/2014/main" id="{D02EF0B7-4964-2DA6-3ABE-E598A5E48357}"/>
                    </a:ext>
                  </a:extLst>
                </p:cNvPr>
                <p:cNvSpPr txBox="1">
                  <a:spLocks noRot="1" noChangeAspect="1" noMove="1" noResize="1" noEditPoints="1" noAdjustHandles="1" noChangeArrowheads="1" noChangeShapeType="1" noTextEdit="1"/>
                </p:cNvSpPr>
                <p:nvPr/>
              </p:nvSpPr>
              <p:spPr>
                <a:xfrm>
                  <a:off x="31948782" y="11007833"/>
                  <a:ext cx="10069056" cy="2031325"/>
                </a:xfrm>
                <a:prstGeom prst="rect">
                  <a:avLst/>
                </a:prstGeom>
                <a:blipFill>
                  <a:blip r:embed="rId23"/>
                  <a:stretch>
                    <a:fillRect l="-1695" t="-4505" r="-1695" b="-7508"/>
                  </a:stretch>
                </a:blipFill>
              </p:spPr>
              <p:txBody>
                <a:bodyPr/>
                <a:lstStyle/>
                <a:p>
                  <a:r>
                    <a:rPr lang="en-GB">
                      <a:noFill/>
                    </a:rPr>
                    <a:t> </a:t>
                  </a:r>
                </a:p>
              </p:txBody>
            </p:sp>
          </mc:Fallback>
        </mc:AlternateContent>
        <p:pic>
          <p:nvPicPr>
            <p:cNvPr id="239" name="Graphic 238">
              <a:extLst>
                <a:ext uri="{FF2B5EF4-FFF2-40B4-BE49-F238E27FC236}">
                  <a16:creationId xmlns:a16="http://schemas.microsoft.com/office/drawing/2014/main" id="{36410A14-52E6-D34B-94ED-217061466213}"/>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22824000" y="7065536"/>
              <a:ext cx="8574510" cy="6026142"/>
            </a:xfrm>
            <a:prstGeom prst="rect">
              <a:avLst/>
            </a:prstGeom>
          </p:spPr>
        </p:pic>
      </p:grpSp>
    </p:spTree>
    <p:extLst>
      <p:ext uri="{BB962C8B-B14F-4D97-AF65-F5344CB8AC3E}">
        <p14:creationId xmlns:p14="http://schemas.microsoft.com/office/powerpoint/2010/main" val="2158967808"/>
      </p:ext>
    </p:extLst>
  </p:cSld>
  <p:clrMapOvr>
    <a:masterClrMapping/>
  </p:clrMapOvr>
</p:sld>
</file>

<file path=ppt/theme/theme1.xml><?xml version="1.0" encoding="utf-8"?>
<a:theme xmlns:a="http://schemas.openxmlformats.org/drawingml/2006/main" name="Droplet">
  <a:themeElements>
    <a:clrScheme name="RKI">
      <a:dk1>
        <a:sysClr val="windowText" lastClr="000000"/>
      </a:dk1>
      <a:lt1>
        <a:sysClr val="window" lastClr="FFFFFF"/>
      </a:lt1>
      <a:dk2>
        <a:srgbClr val="575757"/>
      </a:dk2>
      <a:lt2>
        <a:srgbClr val="DDDDDD"/>
      </a:lt2>
      <a:accent1>
        <a:srgbClr val="005EB8"/>
      </a:accent1>
      <a:accent2>
        <a:srgbClr val="579931"/>
      </a:accent2>
      <a:accent3>
        <a:srgbClr val="EBBD00"/>
      </a:accent3>
      <a:accent4>
        <a:srgbClr val="EB9118"/>
      </a:accent4>
      <a:accent5>
        <a:srgbClr val="BE1622"/>
      </a:accent5>
      <a:accent6>
        <a:srgbClr val="80008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804</Words>
  <Application>Microsoft Office PowerPoint</Application>
  <PresentationFormat>Custom</PresentationFormat>
  <Paragraphs>113</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Cambria Math</vt:lpstr>
      <vt:lpstr>Twentieth Century</vt:lpstr>
      <vt:lpstr>Wingdings</vt:lpstr>
      <vt:lpstr>Calibri</vt:lpstr>
      <vt:lpstr>Arial</vt:lpstr>
      <vt:lpstr>Droplet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Taha, Yasser</cp:lastModifiedBy>
  <cp:revision>40</cp:revision>
  <dcterms:modified xsi:type="dcterms:W3CDTF">2026-05-20T11:21:13Z</dcterms:modified>
</cp:coreProperties>
</file>